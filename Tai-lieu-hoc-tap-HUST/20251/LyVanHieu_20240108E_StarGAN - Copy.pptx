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9" r:id="rId2"/>
    <p:sldId id="257" r:id="rId3"/>
    <p:sldId id="267" r:id="rId4"/>
    <p:sldId id="268" r:id="rId5"/>
    <p:sldId id="273" r:id="rId6"/>
    <p:sldId id="269" r:id="rId7"/>
    <p:sldId id="290" r:id="rId8"/>
    <p:sldId id="291" r:id="rId9"/>
    <p:sldId id="292" r:id="rId10"/>
    <p:sldId id="275" r:id="rId11"/>
    <p:sldId id="270" r:id="rId12"/>
    <p:sldId id="279" r:id="rId13"/>
    <p:sldId id="277" r:id="rId14"/>
    <p:sldId id="280" r:id="rId15"/>
    <p:sldId id="278" r:id="rId16"/>
    <p:sldId id="281" r:id="rId17"/>
    <p:sldId id="283" r:id="rId18"/>
    <p:sldId id="271" r:id="rId19"/>
    <p:sldId id="284" r:id="rId20"/>
    <p:sldId id="285" r:id="rId21"/>
    <p:sldId id="286" r:id="rId22"/>
    <p:sldId id="287" r:id="rId23"/>
    <p:sldId id="272" r:id="rId24"/>
    <p:sldId id="262" r:id="rId25"/>
    <p:sldId id="289" r:id="rId26"/>
    <p:sldId id="282" r:id="rId27"/>
    <p:sldId id="28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BD3B3B-008B-49C0-8A94-3279E55D48CA}" v="72" dt="2026-01-26T17:26:10.6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72774" autoAdjust="0"/>
  </p:normalViewPr>
  <p:slideViewPr>
    <p:cSldViewPr snapToGrid="0">
      <p:cViewPr varScale="1">
        <p:scale>
          <a:sx n="61" d="100"/>
          <a:sy n="61" d="100"/>
        </p:scale>
        <p:origin x="1474"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ếu Lý" userId="776b01b0c669f454" providerId="LiveId" clId="{7A6CC67A-3E73-461C-B789-8E37F17028AA}"/>
    <pc:docChg chg="undo custSel addSld delSld modSld">
      <pc:chgData name="Hiếu Lý" userId="776b01b0c669f454" providerId="LiveId" clId="{7A6CC67A-3E73-461C-B789-8E37F17028AA}" dt="2026-01-26T17:32:39.931" v="2875" actId="404"/>
      <pc:docMkLst>
        <pc:docMk/>
      </pc:docMkLst>
      <pc:sldChg chg="del">
        <pc:chgData name="Hiếu Lý" userId="776b01b0c669f454" providerId="LiveId" clId="{7A6CC67A-3E73-461C-B789-8E37F17028AA}" dt="2026-01-25T15:51:43.110" v="0" actId="2696"/>
        <pc:sldMkLst>
          <pc:docMk/>
          <pc:sldMk cId="1234004128" sldId="256"/>
        </pc:sldMkLst>
      </pc:sldChg>
      <pc:sldChg chg="modSp mod">
        <pc:chgData name="Hiếu Lý" userId="776b01b0c669f454" providerId="LiveId" clId="{7A6CC67A-3E73-461C-B789-8E37F17028AA}" dt="2026-01-26T16:04:19.285" v="641" actId="20577"/>
        <pc:sldMkLst>
          <pc:docMk/>
          <pc:sldMk cId="743172911" sldId="257"/>
        </pc:sldMkLst>
        <pc:spChg chg="mod">
          <ac:chgData name="Hiếu Lý" userId="776b01b0c669f454" providerId="LiveId" clId="{7A6CC67A-3E73-461C-B789-8E37F17028AA}" dt="2026-01-25T15:53:57.498" v="54" actId="14100"/>
          <ac:spMkLst>
            <pc:docMk/>
            <pc:sldMk cId="743172911" sldId="257"/>
            <ac:spMk id="3" creationId="{5702E00C-3125-4CD1-A5F8-64723BF48E3E}"/>
          </ac:spMkLst>
        </pc:spChg>
        <pc:spChg chg="mod">
          <ac:chgData name="Hiếu Lý" userId="776b01b0c669f454" providerId="LiveId" clId="{7A6CC67A-3E73-461C-B789-8E37F17028AA}" dt="2026-01-26T16:04:19.285" v="641" actId="20577"/>
          <ac:spMkLst>
            <pc:docMk/>
            <pc:sldMk cId="743172911" sldId="257"/>
            <ac:spMk id="4" creationId="{72BF49D9-2FCE-4950-8B1C-F580CC18F4C9}"/>
          </ac:spMkLst>
        </pc:spChg>
      </pc:sldChg>
      <pc:sldChg chg="del">
        <pc:chgData name="Hiếu Lý" userId="776b01b0c669f454" providerId="LiveId" clId="{7A6CC67A-3E73-461C-B789-8E37F17028AA}" dt="2026-01-25T15:52:22.661" v="1" actId="2696"/>
        <pc:sldMkLst>
          <pc:docMk/>
          <pc:sldMk cId="3505952789" sldId="258"/>
        </pc:sldMkLst>
      </pc:sldChg>
      <pc:sldChg chg="del">
        <pc:chgData name="Hiếu Lý" userId="776b01b0c669f454" providerId="LiveId" clId="{7A6CC67A-3E73-461C-B789-8E37F17028AA}" dt="2026-01-25T15:52:22.661" v="1" actId="2696"/>
        <pc:sldMkLst>
          <pc:docMk/>
          <pc:sldMk cId="221433772" sldId="260"/>
        </pc:sldMkLst>
      </pc:sldChg>
      <pc:sldChg chg="del">
        <pc:chgData name="Hiếu Lý" userId="776b01b0c669f454" providerId="LiveId" clId="{7A6CC67A-3E73-461C-B789-8E37F17028AA}" dt="2026-01-25T15:52:22.661" v="1" actId="2696"/>
        <pc:sldMkLst>
          <pc:docMk/>
          <pc:sldMk cId="64084651" sldId="261"/>
        </pc:sldMkLst>
      </pc:sldChg>
      <pc:sldChg chg="del">
        <pc:chgData name="Hiếu Lý" userId="776b01b0c669f454" providerId="LiveId" clId="{7A6CC67A-3E73-461C-B789-8E37F17028AA}" dt="2026-01-25T15:52:22.661" v="1" actId="2696"/>
        <pc:sldMkLst>
          <pc:docMk/>
          <pc:sldMk cId="485500544" sldId="263"/>
        </pc:sldMkLst>
      </pc:sldChg>
      <pc:sldChg chg="del">
        <pc:chgData name="Hiếu Lý" userId="776b01b0c669f454" providerId="LiveId" clId="{7A6CC67A-3E73-461C-B789-8E37F17028AA}" dt="2026-01-25T15:52:22.661" v="1" actId="2696"/>
        <pc:sldMkLst>
          <pc:docMk/>
          <pc:sldMk cId="2287700220" sldId="264"/>
        </pc:sldMkLst>
      </pc:sldChg>
      <pc:sldChg chg="del">
        <pc:chgData name="Hiếu Lý" userId="776b01b0c669f454" providerId="LiveId" clId="{7A6CC67A-3E73-461C-B789-8E37F17028AA}" dt="2026-01-25T15:52:22.661" v="1" actId="2696"/>
        <pc:sldMkLst>
          <pc:docMk/>
          <pc:sldMk cId="3092516354" sldId="265"/>
        </pc:sldMkLst>
      </pc:sldChg>
      <pc:sldChg chg="del">
        <pc:chgData name="Hiếu Lý" userId="776b01b0c669f454" providerId="LiveId" clId="{7A6CC67A-3E73-461C-B789-8E37F17028AA}" dt="2026-01-25T15:52:22.661" v="1" actId="2696"/>
        <pc:sldMkLst>
          <pc:docMk/>
          <pc:sldMk cId="428433212" sldId="266"/>
        </pc:sldMkLst>
      </pc:sldChg>
      <pc:sldChg chg="modSp mod">
        <pc:chgData name="Hiếu Lý" userId="776b01b0c669f454" providerId="LiveId" clId="{7A6CC67A-3E73-461C-B789-8E37F17028AA}" dt="2026-01-26T16:05:11.035" v="656" actId="20577"/>
        <pc:sldMkLst>
          <pc:docMk/>
          <pc:sldMk cId="3001568464" sldId="267"/>
        </pc:sldMkLst>
        <pc:spChg chg="mod">
          <ac:chgData name="Hiếu Lý" userId="776b01b0c669f454" providerId="LiveId" clId="{7A6CC67A-3E73-461C-B789-8E37F17028AA}" dt="2026-01-25T16:11:02.384" v="229" actId="20577"/>
          <ac:spMkLst>
            <pc:docMk/>
            <pc:sldMk cId="3001568464" sldId="267"/>
            <ac:spMk id="2" creationId="{56EBCDCA-26D1-DE31-7955-F13FF981A1DC}"/>
          </ac:spMkLst>
        </pc:spChg>
        <pc:spChg chg="mod">
          <ac:chgData name="Hiếu Lý" userId="776b01b0c669f454" providerId="LiveId" clId="{7A6CC67A-3E73-461C-B789-8E37F17028AA}" dt="2026-01-26T16:05:11.035" v="656" actId="20577"/>
          <ac:spMkLst>
            <pc:docMk/>
            <pc:sldMk cId="3001568464" sldId="267"/>
            <ac:spMk id="3" creationId="{ED744802-0381-50A3-7C85-B7B6ED4EFE1B}"/>
          </ac:spMkLst>
        </pc:spChg>
      </pc:sldChg>
      <pc:sldChg chg="addSp delSp modSp add mod">
        <pc:chgData name="Hiếu Lý" userId="776b01b0c669f454" providerId="LiveId" clId="{7A6CC67A-3E73-461C-B789-8E37F17028AA}" dt="2026-01-26T17:03:01.399" v="1480" actId="14100"/>
        <pc:sldMkLst>
          <pc:docMk/>
          <pc:sldMk cId="952493359" sldId="268"/>
        </pc:sldMkLst>
        <pc:spChg chg="mod">
          <ac:chgData name="Hiếu Lý" userId="776b01b0c669f454" providerId="LiveId" clId="{7A6CC67A-3E73-461C-B789-8E37F17028AA}" dt="2026-01-25T16:32:01.069" v="584" actId="20577"/>
          <ac:spMkLst>
            <pc:docMk/>
            <pc:sldMk cId="952493359" sldId="268"/>
            <ac:spMk id="2" creationId="{2C8F0699-23A4-CDE7-C752-D7FB81758883}"/>
          </ac:spMkLst>
        </pc:spChg>
        <pc:spChg chg="mod">
          <ac:chgData name="Hiếu Lý" userId="776b01b0c669f454" providerId="LiveId" clId="{7A6CC67A-3E73-461C-B789-8E37F17028AA}" dt="2026-01-26T17:02:25.275" v="1474" actId="20577"/>
          <ac:spMkLst>
            <pc:docMk/>
            <pc:sldMk cId="952493359" sldId="268"/>
            <ac:spMk id="3" creationId="{B57D301A-CB80-3186-F1B7-E232389A2B26}"/>
          </ac:spMkLst>
        </pc:spChg>
        <pc:spChg chg="add">
          <ac:chgData name="Hiếu Lý" userId="776b01b0c669f454" providerId="LiveId" clId="{7A6CC67A-3E73-461C-B789-8E37F17028AA}" dt="2026-01-26T17:01:07.962" v="1454"/>
          <ac:spMkLst>
            <pc:docMk/>
            <pc:sldMk cId="952493359" sldId="268"/>
            <ac:spMk id="7" creationId="{93D123F3-CDC2-9DED-47A2-DED302184C67}"/>
          </ac:spMkLst>
        </pc:spChg>
        <pc:spChg chg="add mod">
          <ac:chgData name="Hiếu Lý" userId="776b01b0c669f454" providerId="LiveId" clId="{7A6CC67A-3E73-461C-B789-8E37F17028AA}" dt="2026-01-26T17:02:08.901" v="1469"/>
          <ac:spMkLst>
            <pc:docMk/>
            <pc:sldMk cId="952493359" sldId="268"/>
            <ac:spMk id="9" creationId="{A2F0365C-9410-AA9A-B407-22BF7540E3D8}"/>
          </ac:spMkLst>
        </pc:spChg>
        <pc:spChg chg="add mod">
          <ac:chgData name="Hiếu Lý" userId="776b01b0c669f454" providerId="LiveId" clId="{7A6CC67A-3E73-461C-B789-8E37F17028AA}" dt="2026-01-26T17:02:03.385" v="1467"/>
          <ac:spMkLst>
            <pc:docMk/>
            <pc:sldMk cId="952493359" sldId="268"/>
            <ac:spMk id="10" creationId="{05B8FA62-5100-A47E-E2DF-29EDAAEFEEA7}"/>
          </ac:spMkLst>
        </pc:spChg>
        <pc:spChg chg="add mod">
          <ac:chgData name="Hiếu Lý" userId="776b01b0c669f454" providerId="LiveId" clId="{7A6CC67A-3E73-461C-B789-8E37F17028AA}" dt="2026-01-26T17:03:01.399" v="1480" actId="14100"/>
          <ac:spMkLst>
            <pc:docMk/>
            <pc:sldMk cId="952493359" sldId="268"/>
            <ac:spMk id="11" creationId="{D90B84FC-5B4C-3E41-EA44-26EB3D501451}"/>
          </ac:spMkLst>
        </pc:spChg>
        <pc:picChg chg="add del mod">
          <ac:chgData name="Hiếu Lý" userId="776b01b0c669f454" providerId="LiveId" clId="{7A6CC67A-3E73-461C-B789-8E37F17028AA}" dt="2026-01-26T16:22:56.228" v="736" actId="21"/>
          <ac:picMkLst>
            <pc:docMk/>
            <pc:sldMk cId="952493359" sldId="268"/>
            <ac:picMk id="6" creationId="{74E7C260-F2CE-579C-FFDD-62D181DE81BE}"/>
          </ac:picMkLst>
        </pc:picChg>
        <pc:picChg chg="add del mod ord modCrop">
          <ac:chgData name="Hiếu Lý" userId="776b01b0c669f454" providerId="LiveId" clId="{7A6CC67A-3E73-461C-B789-8E37F17028AA}" dt="2026-01-26T17:02:44.615" v="1477" actId="1076"/>
          <ac:picMkLst>
            <pc:docMk/>
            <pc:sldMk cId="952493359" sldId="268"/>
            <ac:picMk id="8" creationId="{94AAAA91-858B-4ED1-E791-8B3C42408A73}"/>
          </ac:picMkLst>
        </pc:picChg>
      </pc:sldChg>
      <pc:sldChg chg="del">
        <pc:chgData name="Hiếu Lý" userId="776b01b0c669f454" providerId="LiveId" clId="{7A6CC67A-3E73-461C-B789-8E37F17028AA}" dt="2026-01-25T15:52:22.661" v="1" actId="2696"/>
        <pc:sldMkLst>
          <pc:docMk/>
          <pc:sldMk cId="3594598399" sldId="268"/>
        </pc:sldMkLst>
      </pc:sldChg>
      <pc:sldChg chg="addSp delSp modSp add mod">
        <pc:chgData name="Hiếu Lý" userId="776b01b0c669f454" providerId="LiveId" clId="{7A6CC67A-3E73-461C-B789-8E37F17028AA}" dt="2026-01-26T16:52:15.267" v="1267" actId="1076"/>
        <pc:sldMkLst>
          <pc:docMk/>
          <pc:sldMk cId="2035796984" sldId="269"/>
        </pc:sldMkLst>
        <pc:spChg chg="mod">
          <ac:chgData name="Hiếu Lý" userId="776b01b0c669f454" providerId="LiveId" clId="{7A6CC67A-3E73-461C-B789-8E37F17028AA}" dt="2026-01-26T16:39:56.822" v="753" actId="20577"/>
          <ac:spMkLst>
            <pc:docMk/>
            <pc:sldMk cId="2035796984" sldId="269"/>
            <ac:spMk id="2" creationId="{E15A8B17-A61E-031B-1D13-0B1A74A4A297}"/>
          </ac:spMkLst>
        </pc:spChg>
        <pc:spChg chg="del mod">
          <ac:chgData name="Hiếu Lý" userId="776b01b0c669f454" providerId="LiveId" clId="{7A6CC67A-3E73-461C-B789-8E37F17028AA}" dt="2026-01-26T16:41:40.204" v="757"/>
          <ac:spMkLst>
            <pc:docMk/>
            <pc:sldMk cId="2035796984" sldId="269"/>
            <ac:spMk id="3" creationId="{0D3F6A4B-EE3C-0FB4-4803-EEF042AA0E31}"/>
          </ac:spMkLst>
        </pc:spChg>
        <pc:spChg chg="add del mod">
          <ac:chgData name="Hiếu Lý" userId="776b01b0c669f454" providerId="LiveId" clId="{7A6CC67A-3E73-461C-B789-8E37F17028AA}" dt="2026-01-26T16:41:43.884" v="758"/>
          <ac:spMkLst>
            <pc:docMk/>
            <pc:sldMk cId="2035796984" sldId="269"/>
            <ac:spMk id="6" creationId="{FB373C66-F7FE-6857-DF6B-9381E6B5FD97}"/>
          </ac:spMkLst>
        </pc:spChg>
        <pc:spChg chg="add del mod">
          <ac:chgData name="Hiếu Lý" userId="776b01b0c669f454" providerId="LiveId" clId="{7A6CC67A-3E73-461C-B789-8E37F17028AA}" dt="2026-01-26T16:41:50.885" v="759"/>
          <ac:spMkLst>
            <pc:docMk/>
            <pc:sldMk cId="2035796984" sldId="269"/>
            <ac:spMk id="7" creationId="{FFB43952-2DAF-7208-41EB-9E6B1B4DA130}"/>
          </ac:spMkLst>
        </pc:spChg>
        <pc:spChg chg="add del mod">
          <ac:chgData name="Hiếu Lý" userId="776b01b0c669f454" providerId="LiveId" clId="{7A6CC67A-3E73-461C-B789-8E37F17028AA}" dt="2026-01-26T16:41:58.947" v="760"/>
          <ac:spMkLst>
            <pc:docMk/>
            <pc:sldMk cId="2035796984" sldId="269"/>
            <ac:spMk id="8" creationId="{58F1D07E-F97F-6904-9230-EC01D3CF429D}"/>
          </ac:spMkLst>
        </pc:spChg>
        <pc:spChg chg="add del mod">
          <ac:chgData name="Hiếu Lý" userId="776b01b0c669f454" providerId="LiveId" clId="{7A6CC67A-3E73-461C-B789-8E37F17028AA}" dt="2026-01-26T16:52:03.660" v="1264" actId="478"/>
          <ac:spMkLst>
            <pc:docMk/>
            <pc:sldMk cId="2035796984" sldId="269"/>
            <ac:spMk id="9" creationId="{9730F885-DF1E-D8B4-454C-2B7839BD067E}"/>
          </ac:spMkLst>
        </pc:spChg>
        <pc:picChg chg="add">
          <ac:chgData name="Hiếu Lý" userId="776b01b0c669f454" providerId="LiveId" clId="{7A6CC67A-3E73-461C-B789-8E37F17028AA}" dt="2026-01-26T16:41:17.979" v="754"/>
          <ac:picMkLst>
            <pc:docMk/>
            <pc:sldMk cId="2035796984" sldId="269"/>
            <ac:picMk id="5" creationId="{652D44B2-DB04-3FB3-9FE2-E20E3AE63BE9}"/>
          </ac:picMkLst>
        </pc:picChg>
        <pc:picChg chg="add mod ord">
          <ac:chgData name="Hiếu Lý" userId="776b01b0c669f454" providerId="LiveId" clId="{7A6CC67A-3E73-461C-B789-8E37F17028AA}" dt="2026-01-26T16:52:15.267" v="1267" actId="1076"/>
          <ac:picMkLst>
            <pc:docMk/>
            <pc:sldMk cId="2035796984" sldId="269"/>
            <ac:picMk id="10" creationId="{91702DAE-FB95-B8BE-675A-CE2EBE83E333}"/>
          </ac:picMkLst>
        </pc:picChg>
      </pc:sldChg>
      <pc:sldChg chg="addSp modSp add mod">
        <pc:chgData name="Hiếu Lý" userId="776b01b0c669f454" providerId="LiveId" clId="{7A6CC67A-3E73-461C-B789-8E37F17028AA}" dt="2026-01-26T17:09:07.931" v="1535" actId="1076"/>
        <pc:sldMkLst>
          <pc:docMk/>
          <pc:sldMk cId="3574275177" sldId="270"/>
        </pc:sldMkLst>
        <pc:spChg chg="mod">
          <ac:chgData name="Hiếu Lý" userId="776b01b0c669f454" providerId="LiveId" clId="{7A6CC67A-3E73-461C-B789-8E37F17028AA}" dt="2026-01-26T16:54:24.026" v="1375"/>
          <ac:spMkLst>
            <pc:docMk/>
            <pc:sldMk cId="3574275177" sldId="270"/>
            <ac:spMk id="2" creationId="{BA25CDA8-EFB8-6FF7-D2B3-4FFCD598D91B}"/>
          </ac:spMkLst>
        </pc:spChg>
        <pc:spChg chg="mod">
          <ac:chgData name="Hiếu Lý" userId="776b01b0c669f454" providerId="LiveId" clId="{7A6CC67A-3E73-461C-B789-8E37F17028AA}" dt="2026-01-26T17:05:57.963" v="1534" actId="20577"/>
          <ac:spMkLst>
            <pc:docMk/>
            <pc:sldMk cId="3574275177" sldId="270"/>
            <ac:spMk id="3" creationId="{A206C922-1213-FF0B-F73A-9C931A66D1BF}"/>
          </ac:spMkLst>
        </pc:spChg>
        <pc:spChg chg="add">
          <ac:chgData name="Hiếu Lý" userId="776b01b0c669f454" providerId="LiveId" clId="{7A6CC67A-3E73-461C-B789-8E37F17028AA}" dt="2026-01-26T16:55:10.510" v="1420"/>
          <ac:spMkLst>
            <pc:docMk/>
            <pc:sldMk cId="3574275177" sldId="270"/>
            <ac:spMk id="5" creationId="{89C7B4A6-590B-D78F-9528-192C3D4D8A84}"/>
          </ac:spMkLst>
        </pc:spChg>
        <pc:spChg chg="add mod">
          <ac:chgData name="Hiếu Lý" userId="776b01b0c669f454" providerId="LiveId" clId="{7A6CC67A-3E73-461C-B789-8E37F17028AA}" dt="2026-01-26T16:57:14.571" v="1452" actId="20577"/>
          <ac:spMkLst>
            <pc:docMk/>
            <pc:sldMk cId="3574275177" sldId="270"/>
            <ac:spMk id="7" creationId="{641B2592-1B75-0A13-51B4-87D5D634CD7A}"/>
          </ac:spMkLst>
        </pc:spChg>
        <pc:picChg chg="add mod ord">
          <ac:chgData name="Hiếu Lý" userId="776b01b0c669f454" providerId="LiveId" clId="{7A6CC67A-3E73-461C-B789-8E37F17028AA}" dt="2026-01-26T17:09:07.931" v="1535" actId="1076"/>
          <ac:picMkLst>
            <pc:docMk/>
            <pc:sldMk cId="3574275177" sldId="270"/>
            <ac:picMk id="6" creationId="{50382A74-FF18-DCB6-A486-BBFC347FCBB8}"/>
          </ac:picMkLst>
        </pc:picChg>
      </pc:sldChg>
      <pc:sldChg chg="add">
        <pc:chgData name="Hiếu Lý" userId="776b01b0c669f454" providerId="LiveId" clId="{7A6CC67A-3E73-461C-B789-8E37F17028AA}" dt="2026-01-25T16:31:41.826" v="546"/>
        <pc:sldMkLst>
          <pc:docMk/>
          <pc:sldMk cId="1589337800" sldId="271"/>
        </pc:sldMkLst>
      </pc:sldChg>
      <pc:sldChg chg="add">
        <pc:chgData name="Hiếu Lý" userId="776b01b0c669f454" providerId="LiveId" clId="{7A6CC67A-3E73-461C-B789-8E37F17028AA}" dt="2026-01-25T16:31:42.947" v="547"/>
        <pc:sldMkLst>
          <pc:docMk/>
          <pc:sldMk cId="3234819543" sldId="272"/>
        </pc:sldMkLst>
      </pc:sldChg>
      <pc:sldChg chg="addSp modSp add mod">
        <pc:chgData name="Hiếu Lý" userId="776b01b0c669f454" providerId="LiveId" clId="{7A6CC67A-3E73-461C-B789-8E37F17028AA}" dt="2026-01-26T16:23:09.525" v="741" actId="1076"/>
        <pc:sldMkLst>
          <pc:docMk/>
          <pc:sldMk cId="864018501" sldId="273"/>
        </pc:sldMkLst>
        <pc:spChg chg="mod">
          <ac:chgData name="Hiếu Lý" userId="776b01b0c669f454" providerId="LiveId" clId="{7A6CC67A-3E73-461C-B789-8E37F17028AA}" dt="2026-01-26T16:17:25.431" v="728" actId="5793"/>
          <ac:spMkLst>
            <pc:docMk/>
            <pc:sldMk cId="864018501" sldId="273"/>
            <ac:spMk id="3" creationId="{15D29E60-7CC9-8954-46AC-28F1F43AF4D4}"/>
          </ac:spMkLst>
        </pc:spChg>
        <pc:picChg chg="add mod">
          <ac:chgData name="Hiếu Lý" userId="776b01b0c669f454" providerId="LiveId" clId="{7A6CC67A-3E73-461C-B789-8E37F17028AA}" dt="2026-01-26T16:23:09.525" v="741" actId="1076"/>
          <ac:picMkLst>
            <pc:docMk/>
            <pc:sldMk cId="864018501" sldId="273"/>
            <ac:picMk id="6" creationId="{74E7C260-F2CE-579C-FFDD-62D181DE81BE}"/>
          </ac:picMkLst>
        </pc:picChg>
      </pc:sldChg>
      <pc:sldChg chg="delSp modSp add mod">
        <pc:chgData name="Hiếu Lý" userId="776b01b0c669f454" providerId="LiveId" clId="{7A6CC67A-3E73-461C-B789-8E37F17028AA}" dt="2026-01-26T16:51:43.826" v="1263" actId="20577"/>
        <pc:sldMkLst>
          <pc:docMk/>
          <pc:sldMk cId="2702225949" sldId="274"/>
        </pc:sldMkLst>
        <pc:spChg chg="mod">
          <ac:chgData name="Hiếu Lý" userId="776b01b0c669f454" providerId="LiveId" clId="{7A6CC67A-3E73-461C-B789-8E37F17028AA}" dt="2026-01-26T16:51:43.826" v="1263" actId="20577"/>
          <ac:spMkLst>
            <pc:docMk/>
            <pc:sldMk cId="2702225949" sldId="274"/>
            <ac:spMk id="9" creationId="{90928D23-BF81-4859-18AF-BC4C0786A75A}"/>
          </ac:spMkLst>
        </pc:spChg>
        <pc:picChg chg="del">
          <ac:chgData name="Hiếu Lý" userId="776b01b0c669f454" providerId="LiveId" clId="{7A6CC67A-3E73-461C-B789-8E37F17028AA}" dt="2026-01-26T16:42:36.478" v="772" actId="478"/>
          <ac:picMkLst>
            <pc:docMk/>
            <pc:sldMk cId="2702225949" sldId="274"/>
            <ac:picMk id="10" creationId="{3BD78B6B-700B-C2D1-E30A-1443429F4311}"/>
          </ac:picMkLst>
        </pc:picChg>
      </pc:sldChg>
      <pc:sldChg chg="modSp add mod">
        <pc:chgData name="Hiếu Lý" userId="776b01b0c669f454" providerId="LiveId" clId="{7A6CC67A-3E73-461C-B789-8E37F17028AA}" dt="2026-01-26T16:54:18.134" v="1374" actId="2710"/>
        <pc:sldMkLst>
          <pc:docMk/>
          <pc:sldMk cId="1469755850" sldId="275"/>
        </pc:sldMkLst>
        <pc:spChg chg="mod">
          <ac:chgData name="Hiếu Lý" userId="776b01b0c669f454" providerId="LiveId" clId="{7A6CC67A-3E73-461C-B789-8E37F17028AA}" dt="2026-01-26T16:52:45.057" v="1274" actId="20577"/>
          <ac:spMkLst>
            <pc:docMk/>
            <pc:sldMk cId="1469755850" sldId="275"/>
            <ac:spMk id="2" creationId="{FCD0D083-B960-DFE3-431E-FB6017290D8C}"/>
          </ac:spMkLst>
        </pc:spChg>
        <pc:spChg chg="mod">
          <ac:chgData name="Hiếu Lý" userId="776b01b0c669f454" providerId="LiveId" clId="{7A6CC67A-3E73-461C-B789-8E37F17028AA}" dt="2026-01-26T16:54:18.134" v="1374" actId="2710"/>
          <ac:spMkLst>
            <pc:docMk/>
            <pc:sldMk cId="1469755850" sldId="275"/>
            <ac:spMk id="9" creationId="{BDDC318E-01C9-0CEF-132E-4B682BAE83B8}"/>
          </ac:spMkLst>
        </pc:spChg>
      </pc:sldChg>
      <pc:sldChg chg="addSp modSp add del mod">
        <pc:chgData name="Hiếu Lý" userId="776b01b0c669f454" providerId="LiveId" clId="{7A6CC67A-3E73-461C-B789-8E37F17028AA}" dt="2026-01-26T17:25:42.033" v="2216" actId="47"/>
        <pc:sldMkLst>
          <pc:docMk/>
          <pc:sldMk cId="3622133885" sldId="276"/>
        </pc:sldMkLst>
        <pc:spChg chg="mod">
          <ac:chgData name="Hiếu Lý" userId="776b01b0c669f454" providerId="LiveId" clId="{7A6CC67A-3E73-461C-B789-8E37F17028AA}" dt="2026-01-26T17:12:07.635" v="1682" actId="15"/>
          <ac:spMkLst>
            <pc:docMk/>
            <pc:sldMk cId="3622133885" sldId="276"/>
            <ac:spMk id="3" creationId="{249F15AC-ACBE-84F4-8832-A51064523F8A}"/>
          </ac:spMkLst>
        </pc:spChg>
        <pc:spChg chg="add">
          <ac:chgData name="Hiếu Lý" userId="776b01b0c669f454" providerId="LiveId" clId="{7A6CC67A-3E73-461C-B789-8E37F17028AA}" dt="2026-01-26T17:13:02.894" v="1683"/>
          <ac:spMkLst>
            <pc:docMk/>
            <pc:sldMk cId="3622133885" sldId="276"/>
            <ac:spMk id="5" creationId="{8CEE150E-86BA-8B14-C78A-A0D67ADBB210}"/>
          </ac:spMkLst>
        </pc:spChg>
        <pc:picChg chg="add mod ord">
          <ac:chgData name="Hiếu Lý" userId="776b01b0c669f454" providerId="LiveId" clId="{7A6CC67A-3E73-461C-B789-8E37F17028AA}" dt="2026-01-26T17:13:22.269" v="1688" actId="1076"/>
          <ac:picMkLst>
            <pc:docMk/>
            <pc:sldMk cId="3622133885" sldId="276"/>
            <ac:picMk id="6" creationId="{3B643C32-066C-0A82-105B-5D9B04220E0C}"/>
          </ac:picMkLst>
        </pc:picChg>
      </pc:sldChg>
      <pc:sldChg chg="modSp add mod">
        <pc:chgData name="Hiếu Lý" userId="776b01b0c669f454" providerId="LiveId" clId="{7A6CC67A-3E73-461C-B789-8E37F17028AA}" dt="2026-01-26T17:24:56.210" v="2215"/>
        <pc:sldMkLst>
          <pc:docMk/>
          <pc:sldMk cId="601639072" sldId="277"/>
        </pc:sldMkLst>
        <pc:spChg chg="mod">
          <ac:chgData name="Hiếu Lý" userId="776b01b0c669f454" providerId="LiveId" clId="{7A6CC67A-3E73-461C-B789-8E37F17028AA}" dt="2026-01-26T17:24:56.210" v="2215"/>
          <ac:spMkLst>
            <pc:docMk/>
            <pc:sldMk cId="601639072" sldId="277"/>
            <ac:spMk id="3" creationId="{8738F517-25A9-CA75-C09E-BEB986346425}"/>
          </ac:spMkLst>
        </pc:spChg>
      </pc:sldChg>
      <pc:sldChg chg="modSp add mod">
        <pc:chgData name="Hiếu Lý" userId="776b01b0c669f454" providerId="LiveId" clId="{7A6CC67A-3E73-461C-B789-8E37F17028AA}" dt="2026-01-26T17:32:39.931" v="2875" actId="404"/>
        <pc:sldMkLst>
          <pc:docMk/>
          <pc:sldMk cId="2892548267" sldId="278"/>
        </pc:sldMkLst>
        <pc:spChg chg="mod">
          <ac:chgData name="Hiếu Lý" userId="776b01b0c669f454" providerId="LiveId" clId="{7A6CC67A-3E73-461C-B789-8E37F17028AA}" dt="2026-01-26T17:32:39.931" v="2875" actId="404"/>
          <ac:spMkLst>
            <pc:docMk/>
            <pc:sldMk cId="2892548267" sldId="278"/>
            <ac:spMk id="3" creationId="{54F2B6EA-A218-81E6-CCFF-925C6DBAA05B}"/>
          </ac:spMkLst>
        </pc:spChg>
      </pc:sldChg>
      <pc:sldChg chg="modSp add mod">
        <pc:chgData name="Hiếu Lý" userId="776b01b0c669f454" providerId="LiveId" clId="{7A6CC67A-3E73-461C-B789-8E37F17028AA}" dt="2026-01-26T17:17:42.150" v="1919" actId="1076"/>
        <pc:sldMkLst>
          <pc:docMk/>
          <pc:sldMk cId="4147147608" sldId="279"/>
        </pc:sldMkLst>
        <pc:spChg chg="mod">
          <ac:chgData name="Hiếu Lý" userId="776b01b0c669f454" providerId="LiveId" clId="{7A6CC67A-3E73-461C-B789-8E37F17028AA}" dt="2026-01-26T17:17:33.510" v="1918" actId="20577"/>
          <ac:spMkLst>
            <pc:docMk/>
            <pc:sldMk cId="4147147608" sldId="279"/>
            <ac:spMk id="3" creationId="{B43A5AEA-C072-A127-0F39-FEEC6514BBEC}"/>
          </ac:spMkLst>
        </pc:spChg>
        <pc:picChg chg="mod">
          <ac:chgData name="Hiếu Lý" userId="776b01b0c669f454" providerId="LiveId" clId="{7A6CC67A-3E73-461C-B789-8E37F17028AA}" dt="2026-01-26T17:17:42.150" v="1919" actId="1076"/>
          <ac:picMkLst>
            <pc:docMk/>
            <pc:sldMk cId="4147147608" sldId="279"/>
            <ac:picMk id="6" creationId="{46253E05-9F23-EDFC-0F0D-DE5948718D41}"/>
          </ac:picMkLst>
        </pc:picChg>
      </pc:sldChg>
      <pc:sldChg chg="modSp add mod">
        <pc:chgData name="Hiếu Lý" userId="776b01b0c669f454" providerId="LiveId" clId="{7A6CC67A-3E73-461C-B789-8E37F17028AA}" dt="2026-01-26T17:26:31.306" v="2254" actId="15"/>
        <pc:sldMkLst>
          <pc:docMk/>
          <pc:sldMk cId="3136091052" sldId="280"/>
        </pc:sldMkLst>
        <pc:spChg chg="mod">
          <ac:chgData name="Hiếu Lý" userId="776b01b0c669f454" providerId="LiveId" clId="{7A6CC67A-3E73-461C-B789-8E37F17028AA}" dt="2026-01-26T17:26:31.306" v="2254" actId="15"/>
          <ac:spMkLst>
            <pc:docMk/>
            <pc:sldMk cId="3136091052" sldId="280"/>
            <ac:spMk id="3" creationId="{337B0015-CC21-E2E2-E721-9C8CE06E9D0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2/2/2026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1</a:t>
            </a:fld>
            <a:endParaRPr lang="en-US"/>
          </a:p>
        </p:txBody>
      </p:sp>
    </p:spTree>
    <p:extLst>
      <p:ext uri="{BB962C8B-B14F-4D97-AF65-F5344CB8AC3E}">
        <p14:creationId xmlns:p14="http://schemas.microsoft.com/office/powerpoint/2010/main" val="3052907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en-US"/>
              <a:t>abc</a:t>
            </a:r>
            <a:endParaRPr lang="vi-VN"/>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3</a:t>
            </a:fld>
            <a:endParaRPr lang="en-US"/>
          </a:p>
        </p:txBody>
      </p:sp>
    </p:spTree>
    <p:extLst>
      <p:ext uri="{BB962C8B-B14F-4D97-AF65-F5344CB8AC3E}">
        <p14:creationId xmlns:p14="http://schemas.microsoft.com/office/powerpoint/2010/main" val="223594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pPr marL="171450" indent="-171450">
              <a:buFontTx/>
              <a:buChar char="-"/>
            </a:pPr>
            <a:r>
              <a:rPr lang="vi-VN"/>
              <a:t>Hiện nay nhu cầu chỉnh sử ảnh đang ngày càng phổ biến, nó phục vụ rất nhiều cho lĩnh vực giải trí vv</a:t>
            </a:r>
          </a:p>
          <a:p>
            <a:pPr marL="171450" indent="-171450">
              <a:buFontTx/>
              <a:buChar char="-"/>
            </a:pPr>
            <a:r>
              <a:rPr lang="vi-VN"/>
              <a:t>Để phục vụ nhu cầu này, các ứng dụng chỉnh sửa ảnh sinh ra rất nhiều, tuy nhiên các mô hình cũ được sử dụng thuờng thiếu linh hoạt khi xử lý biến đổi ảnh khuôn mặt với nhiều thuợc tính</a:t>
            </a:r>
          </a:p>
          <a:p>
            <a:pPr marL="171450" indent="-171450">
              <a:buFontTx/>
              <a:buChar char="-"/>
            </a:pPr>
            <a:r>
              <a:rPr lang="vi-VN"/>
              <a:t>Khi đó, cần tạo ra một mô hình có thể biến đổi đa thuộc tính trên ảnh khuôn mặt từ một ảnh đầu vào.</a:t>
            </a:r>
          </a:p>
          <a:p>
            <a:pPr marL="171450" indent="-171450">
              <a:buFontTx/>
              <a:buChar char="-"/>
            </a:pPr>
            <a:r>
              <a:rPr lang="vi-VN"/>
              <a:t>Các nhà nghiên cứu đã đưa ra mô hình StarGAN để giải quyết vần đề này</a:t>
            </a:r>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4</a:t>
            </a:fld>
            <a:endParaRPr lang="en-US"/>
          </a:p>
        </p:txBody>
      </p:sp>
    </p:spTree>
    <p:extLst>
      <p:ext uri="{BB962C8B-B14F-4D97-AF65-F5344CB8AC3E}">
        <p14:creationId xmlns:p14="http://schemas.microsoft.com/office/powerpoint/2010/main" val="4119852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Đồ án của em đề xuất xây dựng ứng dụng biến đổi thuộc tính khuôn mặt dựa trên StarGAN </a:t>
            </a:r>
          </a:p>
          <a:p>
            <a:r>
              <a:rPr lang="vi-VN"/>
              <a:t>Tổng quan về ứng dụng: ….</a:t>
            </a:r>
          </a:p>
          <a:p>
            <a:r>
              <a:rPr lang="vi-VN"/>
              <a:t>Chi tiết các bước xử lý này là gì? Chúng ta đến với phần 2</a:t>
            </a:r>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5</a:t>
            </a:fld>
            <a:endParaRPr lang="en-US"/>
          </a:p>
        </p:txBody>
      </p:sp>
    </p:spTree>
    <p:extLst>
      <p:ext uri="{BB962C8B-B14F-4D97-AF65-F5344CB8AC3E}">
        <p14:creationId xmlns:p14="http://schemas.microsoft.com/office/powerpoint/2010/main" val="665038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a:t>Mô hình nhận ảnh đầu vào được gửi từ người dùng, sau đó cắt ra phần ảnh chứa khuôn ămtj từ ảnh đầu vào của người dùng. Tiếp theo sẽ chuẩn hóa kích thuớc ảnh trước khi đưa vào mô hình sinh ảnh.</a:t>
            </a:r>
          </a:p>
          <a:p>
            <a:r>
              <a:rPr lang="vi-VN"/>
              <a:t>Sau khi ảnh sinh ra, sẽ có các bước hậu xử lý ảnh, sau đó chọn ảnh sinh ra ứng với thuộc tính mà người dùng yêu cầu và ghép lại ảnh khuôn mặt sinh ra đó vào ảnh gốc </a:t>
            </a:r>
          </a:p>
        </p:txBody>
      </p:sp>
      <p:sp>
        <p:nvSpPr>
          <p:cNvPr id="4" name="Chỗ dành sẵn cho Số hiệu Bản chiếu 3"/>
          <p:cNvSpPr>
            <a:spLocks noGrp="1"/>
          </p:cNvSpPr>
          <p:nvPr>
            <p:ph type="sldNum" sz="quarter" idx="5"/>
          </p:nvPr>
        </p:nvSpPr>
        <p:spPr/>
        <p:txBody>
          <a:bodyPr/>
          <a:lstStyle/>
          <a:p>
            <a:fld id="{AB2FC7A4-3D1B-482D-8C9D-7642A2CE3076}" type="slidenum">
              <a:rPr lang="en-US" smtClean="0"/>
              <a:t>6</a:t>
            </a:fld>
            <a:endParaRPr lang="en-US"/>
          </a:p>
        </p:txBody>
      </p:sp>
    </p:spTree>
    <p:extLst>
      <p:ext uri="{BB962C8B-B14F-4D97-AF65-F5344CB8AC3E}">
        <p14:creationId xmlns:p14="http://schemas.microsoft.com/office/powerpoint/2010/main" val="19962811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t>2/2/2026</a:t>
            </a:fld>
            <a:endParaRPr lang="en-US"/>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2/2/2026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2/2/2026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2/2/2026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2/2/2026</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2/2/2026</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2/2/2026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2/2/2026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t>2/2/2026</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2/2/2026</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2/2/2026</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23.xml"/><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slide" Target="slide18.xml"/><Relationship Id="rId5" Type="http://schemas.openxmlformats.org/officeDocument/2006/relationships/slide" Target="slide10.xml"/><Relationship Id="rId4" Type="http://schemas.openxmlformats.org/officeDocument/2006/relationships/slide" Target="slide6.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hyperlink" Target="https://arxiv.org/abs/1711.09020" TargetMode="External"/><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yunjey/stargan" TargetMode="Externa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552888" y="1900481"/>
            <a:ext cx="10382967"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000"/>
              <a:t>Xây dựng ứng dụng thay đổi thuộc tính</a:t>
            </a:r>
          </a:p>
          <a:p>
            <a:r>
              <a:rPr lang="en-US" sz="4000"/>
              <a:t>          khuôn mặt dựa trên mô hình StarGAN</a:t>
            </a:r>
            <a:endParaRPr lang="en-US" sz="4000" dirty="0"/>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4" y="3684331"/>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vi-VN" sz="2800" b="0"/>
              <a:t>Học viên: 	Lý Văn Hiếu</a:t>
            </a:r>
          </a:p>
          <a:p>
            <a:r>
              <a:rPr lang="vi-VN" sz="2800" b="0"/>
              <a:t>MSHV: 	20240108E</a:t>
            </a:r>
          </a:p>
          <a:p>
            <a:endParaRPr lang="vi-VN" sz="2800" b="0"/>
          </a:p>
          <a:p>
            <a:r>
              <a:rPr lang="vi-VN" sz="2800" b="0"/>
              <a:t>Giảng viên hướng dẫn: TS. Đỗ Bá Lâm</a:t>
            </a:r>
            <a:endParaRPr lang="en-US" sz="2800" b="0" dirty="0"/>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2</a:t>
            </a:fld>
            <a:endParaRPr lang="en-US"/>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CDCA-26D1-DE31-7955-F13FF981A1DC}"/>
              </a:ext>
            </a:extLst>
          </p:cNvPr>
          <p:cNvSpPr>
            <a:spLocks noGrp="1"/>
          </p:cNvSpPr>
          <p:nvPr>
            <p:ph type="title"/>
          </p:nvPr>
        </p:nvSpPr>
        <p:spPr/>
        <p:txBody>
          <a:bodyPr/>
          <a:lstStyle/>
          <a:p>
            <a:r>
              <a:rPr lang="vi-VN"/>
              <a:t>Nội dung</a:t>
            </a:r>
            <a:endParaRPr lang="en-US"/>
          </a:p>
        </p:txBody>
      </p:sp>
      <p:sp>
        <p:nvSpPr>
          <p:cNvPr id="3" name="Text Placeholder 2">
            <a:extLst>
              <a:ext uri="{FF2B5EF4-FFF2-40B4-BE49-F238E27FC236}">
                <a16:creationId xmlns:a16="http://schemas.microsoft.com/office/drawing/2014/main" id="{ED744802-0381-50A3-7C85-B7B6ED4EFE1B}"/>
              </a:ext>
            </a:extLst>
          </p:cNvPr>
          <p:cNvSpPr>
            <a:spLocks noGrp="1"/>
          </p:cNvSpPr>
          <p:nvPr>
            <p:ph type="body" sz="quarter" idx="13"/>
          </p:nvPr>
        </p:nvSpPr>
        <p:spPr/>
        <p:txBody>
          <a:bodyPr/>
          <a:lstStyle/>
          <a:p>
            <a:pPr marL="514350" indent="-514350">
              <a:lnSpc>
                <a:spcPct val="150000"/>
              </a:lnSpc>
              <a:buAutoNum type="arabicPeriod"/>
            </a:pPr>
            <a:r>
              <a:rPr lang="vi-VN">
                <a:hlinkClick r:id="rId3" action="ppaction://hlinksldjump"/>
              </a:rPr>
              <a:t>Giới thiệu đề tài</a:t>
            </a:r>
            <a:endParaRPr lang="vi-VN"/>
          </a:p>
          <a:p>
            <a:pPr marL="514350" indent="-514350">
              <a:lnSpc>
                <a:spcPct val="150000"/>
              </a:lnSpc>
              <a:buAutoNum type="arabicPeriod"/>
            </a:pPr>
            <a:r>
              <a:rPr lang="vi-VN">
                <a:hlinkClick r:id="rId4" action="ppaction://hlinksldjump"/>
              </a:rPr>
              <a:t>Quy trình xử lý của ứng dụng</a:t>
            </a:r>
            <a:endParaRPr lang="vi-VN"/>
          </a:p>
          <a:p>
            <a:pPr marL="514350" indent="-514350">
              <a:lnSpc>
                <a:spcPct val="150000"/>
              </a:lnSpc>
              <a:buAutoNum type="arabicPeriod"/>
            </a:pPr>
            <a:r>
              <a:rPr lang="vi-VN">
                <a:hlinkClick r:id="rId5" action="ppaction://hlinksldjump"/>
              </a:rPr>
              <a:t>Thành phần cốt lõi của ứng dụng - mô hình StarGAN </a:t>
            </a:r>
            <a:endParaRPr lang="vi-VN"/>
          </a:p>
          <a:p>
            <a:pPr marL="514350" indent="-514350">
              <a:lnSpc>
                <a:spcPct val="150000"/>
              </a:lnSpc>
              <a:buAutoNum type="arabicPeriod"/>
            </a:pPr>
            <a:r>
              <a:rPr lang="vi-VN">
                <a:hlinkClick r:id="rId6" action="ppaction://hlinksldjump"/>
              </a:rPr>
              <a:t>Triển khai ứng dụng</a:t>
            </a:r>
            <a:endParaRPr lang="vi-VN"/>
          </a:p>
          <a:p>
            <a:pPr marL="514350" indent="-514350">
              <a:lnSpc>
                <a:spcPct val="150000"/>
              </a:lnSpc>
              <a:buAutoNum type="arabicPeriod"/>
            </a:pPr>
            <a:r>
              <a:rPr lang="vi-VN">
                <a:hlinkClick r:id="rId7" action="ppaction://hlinksldjump"/>
              </a:rPr>
              <a:t>Kết luận</a:t>
            </a:r>
            <a:endParaRPr lang="vi-VN"/>
          </a:p>
          <a:p>
            <a:pPr marL="0" indent="0">
              <a:buNone/>
            </a:pPr>
            <a:endParaRPr lang="en-US"/>
          </a:p>
        </p:txBody>
      </p:sp>
      <p:sp>
        <p:nvSpPr>
          <p:cNvPr id="4" name="Slide Number Placeholder 3">
            <a:extLst>
              <a:ext uri="{FF2B5EF4-FFF2-40B4-BE49-F238E27FC236}">
                <a16:creationId xmlns:a16="http://schemas.microsoft.com/office/drawing/2014/main" id="{F830FB4F-C0E4-5A49-AA97-BCAA527E88FD}"/>
              </a:ext>
            </a:extLst>
          </p:cNvPr>
          <p:cNvSpPr>
            <a:spLocks noGrp="1"/>
          </p:cNvSpPr>
          <p:nvPr>
            <p:ph type="sldNum" sz="quarter" idx="12"/>
          </p:nvPr>
        </p:nvSpPr>
        <p:spPr/>
        <p:txBody>
          <a:bodyPr/>
          <a:lstStyle/>
          <a:p>
            <a:fld id="{9EA0BE3B-158A-4EDF-80DC-E394A0D1600F}" type="slidenum">
              <a:rPr lang="en-US" smtClean="0"/>
              <a:pPr/>
              <a:t>3</a:t>
            </a:fld>
            <a:endParaRPr lang="en-US"/>
          </a:p>
        </p:txBody>
      </p:sp>
    </p:spTree>
    <p:extLst>
      <p:ext uri="{BB962C8B-B14F-4D97-AF65-F5344CB8AC3E}">
        <p14:creationId xmlns:p14="http://schemas.microsoft.com/office/powerpoint/2010/main" val="30015684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1C2CA-18CE-DDD9-C7C5-EB909E133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F0699-23A4-CDE7-C752-D7FB81758883}"/>
              </a:ext>
            </a:extLst>
          </p:cNvPr>
          <p:cNvSpPr>
            <a:spLocks noGrp="1"/>
          </p:cNvSpPr>
          <p:nvPr>
            <p:ph type="title"/>
          </p:nvPr>
        </p:nvSpPr>
        <p:spPr/>
        <p:txBody>
          <a:bodyPr/>
          <a:lstStyle/>
          <a:p>
            <a:r>
              <a:rPr lang="vi-VN"/>
              <a:t>1. Giới thiệu đề tài</a:t>
            </a:r>
            <a:endParaRPr lang="en-US"/>
          </a:p>
        </p:txBody>
      </p:sp>
      <p:sp>
        <p:nvSpPr>
          <p:cNvPr id="3" name="Text Placeholder 2">
            <a:extLst>
              <a:ext uri="{FF2B5EF4-FFF2-40B4-BE49-F238E27FC236}">
                <a16:creationId xmlns:a16="http://schemas.microsoft.com/office/drawing/2014/main" id="{B57D301A-CB80-3186-F1B7-E232389A2B26}"/>
              </a:ext>
            </a:extLst>
          </p:cNvPr>
          <p:cNvSpPr>
            <a:spLocks noGrp="1"/>
          </p:cNvSpPr>
          <p:nvPr>
            <p:ph type="body" sz="quarter" idx="13"/>
          </p:nvPr>
        </p:nvSpPr>
        <p:spPr/>
        <p:txBody>
          <a:bodyPr/>
          <a:lstStyle/>
          <a:p>
            <a:r>
              <a:rPr lang="en-US"/>
              <a:t>Nhu cầu chỉnh sửa ảnh khuôn mặt ngày càng phổ biến</a:t>
            </a:r>
          </a:p>
          <a:p>
            <a:r>
              <a:rPr lang="vi-VN"/>
              <a:t>Các phương pháp cũ thiếu linh hoạt khi xử lý nhiều thuộc tính</a:t>
            </a:r>
          </a:p>
          <a:p>
            <a:pPr marL="0" indent="0">
              <a:buNone/>
            </a:pPr>
            <a:endParaRPr lang="vi-VN"/>
          </a:p>
        </p:txBody>
      </p:sp>
      <p:sp>
        <p:nvSpPr>
          <p:cNvPr id="4" name="Slide Number Placeholder 3">
            <a:extLst>
              <a:ext uri="{FF2B5EF4-FFF2-40B4-BE49-F238E27FC236}">
                <a16:creationId xmlns:a16="http://schemas.microsoft.com/office/drawing/2014/main" id="{41D25B34-A84A-AFEC-59F7-9AC8AEECA32F}"/>
              </a:ext>
            </a:extLst>
          </p:cNvPr>
          <p:cNvSpPr>
            <a:spLocks noGrp="1"/>
          </p:cNvSpPr>
          <p:nvPr>
            <p:ph type="sldNum" sz="quarter" idx="12"/>
          </p:nvPr>
        </p:nvSpPr>
        <p:spPr/>
        <p:txBody>
          <a:bodyPr/>
          <a:lstStyle/>
          <a:p>
            <a:fld id="{9EA0BE3B-158A-4EDF-80DC-E394A0D1600F}" type="slidenum">
              <a:rPr lang="en-US" smtClean="0"/>
              <a:pPr/>
              <a:t>4</a:t>
            </a:fld>
            <a:endParaRPr lang="en-US"/>
          </a:p>
        </p:txBody>
      </p:sp>
      <p:pic>
        <p:nvPicPr>
          <p:cNvPr id="8" name="Hình ảnh 7">
            <a:extLst>
              <a:ext uri="{FF2B5EF4-FFF2-40B4-BE49-F238E27FC236}">
                <a16:creationId xmlns:a16="http://schemas.microsoft.com/office/drawing/2014/main" id="{94AAAA91-858B-4ED1-E791-8B3C42408A73}"/>
              </a:ext>
            </a:extLst>
          </p:cNvPr>
          <p:cNvPicPr>
            <a:picLocks noChangeAspect="1"/>
          </p:cNvPicPr>
          <p:nvPr/>
        </p:nvPicPr>
        <p:blipFill>
          <a:blip r:embed="rId3"/>
          <a:srcRect b="17039"/>
          <a:stretch>
            <a:fillRect/>
          </a:stretch>
        </p:blipFill>
        <p:spPr>
          <a:xfrm>
            <a:off x="5483860" y="2261129"/>
            <a:ext cx="6708140" cy="3710094"/>
          </a:xfrm>
          <a:prstGeom prst="rect">
            <a:avLst/>
          </a:prstGeom>
        </p:spPr>
      </p:pic>
      <p:sp>
        <p:nvSpPr>
          <p:cNvPr id="11" name="Text Placeholder 2">
            <a:extLst>
              <a:ext uri="{FF2B5EF4-FFF2-40B4-BE49-F238E27FC236}">
                <a16:creationId xmlns:a16="http://schemas.microsoft.com/office/drawing/2014/main" id="{D90B84FC-5B4C-3E41-EA44-26EB3D501451}"/>
              </a:ext>
            </a:extLst>
          </p:cNvPr>
          <p:cNvSpPr txBox="1">
            <a:spLocks/>
          </p:cNvSpPr>
          <p:nvPr/>
        </p:nvSpPr>
        <p:spPr>
          <a:xfrm>
            <a:off x="337539" y="2586182"/>
            <a:ext cx="5213516" cy="353744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è"/>
            </a:pPr>
            <a:r>
              <a:rPr lang="vi-VN">
                <a:sym typeface="Wingdings" panose="05000000000000000000" pitchFamily="2" charset="2"/>
              </a:rPr>
              <a:t>Cần một mô hình biến đổi đa thuộc tính từ một ảnh đầu vào</a:t>
            </a:r>
          </a:p>
          <a:p>
            <a:pPr>
              <a:buFont typeface="Wingdings" panose="05000000000000000000" pitchFamily="2" charset="2"/>
              <a:buChar char="è"/>
            </a:pPr>
            <a:r>
              <a:rPr lang="en-US"/>
              <a:t>StarGAN là mô hình GAN đa miền phù hợp yêu cầu</a:t>
            </a:r>
          </a:p>
          <a:p>
            <a:pPr marL="0" indent="0">
              <a:buFont typeface="Arial" panose="020B0604020202020204" pitchFamily="34" charset="0"/>
              <a:buNone/>
            </a:pPr>
            <a:endParaRPr lang="vi-VN"/>
          </a:p>
        </p:txBody>
      </p:sp>
    </p:spTree>
    <p:extLst>
      <p:ext uri="{BB962C8B-B14F-4D97-AF65-F5344CB8AC3E}">
        <p14:creationId xmlns:p14="http://schemas.microsoft.com/office/powerpoint/2010/main" val="952493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 calcmode="lin" valueType="num">
                                      <p:cBhvr additive="base">
                                        <p:cTn id="12"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 calcmode="lin" valueType="num">
                                      <p:cBhvr additive="base">
                                        <p:cTn id="18"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DFF6C-3537-F8A3-89DD-88A8C9A9B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010204-001B-5CF2-FA73-A325207A0EDB}"/>
              </a:ext>
            </a:extLst>
          </p:cNvPr>
          <p:cNvSpPr>
            <a:spLocks noGrp="1"/>
          </p:cNvSpPr>
          <p:nvPr>
            <p:ph type="title"/>
          </p:nvPr>
        </p:nvSpPr>
        <p:spPr/>
        <p:txBody>
          <a:bodyPr/>
          <a:lstStyle/>
          <a:p>
            <a:r>
              <a:rPr lang="vi-VN"/>
              <a:t>1. Giới thiệu đề tài</a:t>
            </a:r>
            <a:endParaRPr lang="en-US"/>
          </a:p>
        </p:txBody>
      </p:sp>
      <p:sp>
        <p:nvSpPr>
          <p:cNvPr id="3" name="Text Placeholder 2">
            <a:extLst>
              <a:ext uri="{FF2B5EF4-FFF2-40B4-BE49-F238E27FC236}">
                <a16:creationId xmlns:a16="http://schemas.microsoft.com/office/drawing/2014/main" id="{15D29E60-7CC9-8954-46AC-28F1F43AF4D4}"/>
              </a:ext>
            </a:extLst>
          </p:cNvPr>
          <p:cNvSpPr>
            <a:spLocks noGrp="1"/>
          </p:cNvSpPr>
          <p:nvPr>
            <p:ph type="body" sz="quarter" idx="13"/>
          </p:nvPr>
        </p:nvSpPr>
        <p:spPr/>
        <p:txBody>
          <a:bodyPr/>
          <a:lstStyle/>
          <a:p>
            <a:pPr>
              <a:buFont typeface="Wingdings" panose="05000000000000000000" pitchFamily="2" charset="2"/>
              <a:buChar char="è"/>
            </a:pPr>
            <a:r>
              <a:rPr lang="en-US"/>
              <a:t>Đồ án </a:t>
            </a:r>
            <a:r>
              <a:rPr lang="vi-VN"/>
              <a:t>này</a:t>
            </a:r>
            <a:r>
              <a:rPr lang="en-US"/>
              <a:t> đề xuất xây dựng ứng dụng biến đổi thuộc tính khuôn mặt dựa trên StarGAN</a:t>
            </a:r>
          </a:p>
          <a:p>
            <a:pPr>
              <a:buFont typeface="Wingdings" panose="05000000000000000000" pitchFamily="2" charset="2"/>
              <a:buChar char="è"/>
            </a:pPr>
            <a:endParaRPr lang="en-US"/>
          </a:p>
          <a:p>
            <a:pPr marL="0" indent="0">
              <a:buNone/>
            </a:pPr>
            <a:endParaRPr lang="en-US"/>
          </a:p>
        </p:txBody>
      </p:sp>
      <p:sp>
        <p:nvSpPr>
          <p:cNvPr id="4" name="Slide Number Placeholder 3">
            <a:extLst>
              <a:ext uri="{FF2B5EF4-FFF2-40B4-BE49-F238E27FC236}">
                <a16:creationId xmlns:a16="http://schemas.microsoft.com/office/drawing/2014/main" id="{92D29B14-5B75-257E-9EC5-25BDCA108AA6}"/>
              </a:ext>
            </a:extLst>
          </p:cNvPr>
          <p:cNvSpPr>
            <a:spLocks noGrp="1"/>
          </p:cNvSpPr>
          <p:nvPr>
            <p:ph type="sldNum" sz="quarter" idx="12"/>
          </p:nvPr>
        </p:nvSpPr>
        <p:spPr/>
        <p:txBody>
          <a:bodyPr/>
          <a:lstStyle/>
          <a:p>
            <a:fld id="{9EA0BE3B-158A-4EDF-80DC-E394A0D1600F}" type="slidenum">
              <a:rPr lang="en-US" smtClean="0"/>
              <a:pPr/>
              <a:t>5</a:t>
            </a:fld>
            <a:endParaRPr lang="en-US"/>
          </a:p>
        </p:txBody>
      </p:sp>
      <p:pic>
        <p:nvPicPr>
          <p:cNvPr id="6" name="Hình ảnh 5" descr="Ảnh có chứa Mặt người, ảnh chụp màn hình, phụ nữ, người&#10;&#10;Nội dung do AI tạo ra có thể không chính xác.">
            <a:extLst>
              <a:ext uri="{FF2B5EF4-FFF2-40B4-BE49-F238E27FC236}">
                <a16:creationId xmlns:a16="http://schemas.microsoft.com/office/drawing/2014/main" id="{74E7C260-F2CE-579C-FFDD-62D181DE81BE}"/>
              </a:ext>
            </a:extLst>
          </p:cNvPr>
          <p:cNvPicPr>
            <a:picLocks noChangeAspect="1"/>
          </p:cNvPicPr>
          <p:nvPr/>
        </p:nvPicPr>
        <p:blipFill>
          <a:blip r:embed="rId3"/>
          <a:stretch>
            <a:fillRect/>
          </a:stretch>
        </p:blipFill>
        <p:spPr>
          <a:xfrm>
            <a:off x="1563254" y="2643426"/>
            <a:ext cx="9065491" cy="2765504"/>
          </a:xfrm>
          <a:prstGeom prst="rect">
            <a:avLst/>
          </a:prstGeom>
        </p:spPr>
      </p:pic>
    </p:spTree>
    <p:extLst>
      <p:ext uri="{BB962C8B-B14F-4D97-AF65-F5344CB8AC3E}">
        <p14:creationId xmlns:p14="http://schemas.microsoft.com/office/powerpoint/2010/main" val="864018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3A698-BD35-901C-A5E5-8A37CC5E72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A8B17-A61E-031B-1D13-0B1A74A4A297}"/>
              </a:ext>
            </a:extLst>
          </p:cNvPr>
          <p:cNvSpPr>
            <a:spLocks noGrp="1"/>
          </p:cNvSpPr>
          <p:nvPr>
            <p:ph type="title"/>
          </p:nvPr>
        </p:nvSpPr>
        <p:spPr/>
        <p:txBody>
          <a:bodyPr/>
          <a:lstStyle/>
          <a:p>
            <a:r>
              <a:rPr lang="vi-VN"/>
              <a:t>2. Quy trình xử lý của ứng dụng</a:t>
            </a:r>
            <a:endParaRPr lang="en-US"/>
          </a:p>
        </p:txBody>
      </p:sp>
      <p:sp>
        <p:nvSpPr>
          <p:cNvPr id="4" name="Slide Number Placeholder 3">
            <a:extLst>
              <a:ext uri="{FF2B5EF4-FFF2-40B4-BE49-F238E27FC236}">
                <a16:creationId xmlns:a16="http://schemas.microsoft.com/office/drawing/2014/main" id="{B63428EB-D007-B567-9CA9-03336EA841AC}"/>
              </a:ext>
            </a:extLst>
          </p:cNvPr>
          <p:cNvSpPr>
            <a:spLocks noGrp="1"/>
          </p:cNvSpPr>
          <p:nvPr>
            <p:ph type="sldNum" sz="quarter" idx="12"/>
          </p:nvPr>
        </p:nvSpPr>
        <p:spPr/>
        <p:txBody>
          <a:bodyPr/>
          <a:lstStyle/>
          <a:p>
            <a:fld id="{9EA0BE3B-158A-4EDF-80DC-E394A0D1600F}" type="slidenum">
              <a:rPr lang="en-US" smtClean="0"/>
              <a:pPr/>
              <a:t>6</a:t>
            </a:fld>
            <a:endParaRPr lang="en-US"/>
          </a:p>
        </p:txBody>
      </p:sp>
      <p:pic>
        <p:nvPicPr>
          <p:cNvPr id="10" name="Hình ảnh 9">
            <a:extLst>
              <a:ext uri="{FF2B5EF4-FFF2-40B4-BE49-F238E27FC236}">
                <a16:creationId xmlns:a16="http://schemas.microsoft.com/office/drawing/2014/main" id="{91702DAE-FB95-B8BE-675A-CE2EBE83E333}"/>
              </a:ext>
            </a:extLst>
          </p:cNvPr>
          <p:cNvPicPr>
            <a:picLocks noChangeAspect="1"/>
          </p:cNvPicPr>
          <p:nvPr/>
        </p:nvPicPr>
        <p:blipFill>
          <a:blip r:embed="rId3"/>
          <a:stretch>
            <a:fillRect/>
          </a:stretch>
        </p:blipFill>
        <p:spPr>
          <a:xfrm>
            <a:off x="1094509" y="854222"/>
            <a:ext cx="10002981" cy="4332992"/>
          </a:xfrm>
          <a:prstGeom prst="rect">
            <a:avLst/>
          </a:prstGeom>
        </p:spPr>
      </p:pic>
      <p:sp>
        <p:nvSpPr>
          <p:cNvPr id="3" name="AutoShape 8">
            <a:extLst>
              <a:ext uri="{FF2B5EF4-FFF2-40B4-BE49-F238E27FC236}">
                <a16:creationId xmlns:a16="http://schemas.microsoft.com/office/drawing/2014/main" id="{9192F5BD-A250-E695-2ABD-41D10BF45AB3}"/>
              </a:ext>
            </a:extLst>
          </p:cNvPr>
          <p:cNvSpPr>
            <a:spLocks noGrp="1" noChangeAspect="1" noChangeArrowheads="1"/>
          </p:cNvSpPr>
          <p:nvPr>
            <p:ph type="body" sz="quarter" idx="13"/>
          </p:nvPr>
        </p:nvSpPr>
        <p:spPr bwMode="auto">
          <a:xfrm>
            <a:off x="2669309" y="5283200"/>
            <a:ext cx="9183955" cy="9698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indent="0">
              <a:buNone/>
            </a:pPr>
            <a:r>
              <a:rPr lang="vi-VN"/>
              <a:t>Bước cắt phần ảnh chứa khuôn mặt: </a:t>
            </a:r>
          </a:p>
          <a:p>
            <a:pPr marL="457200" lvl="1" indent="0">
              <a:buNone/>
            </a:pPr>
            <a:r>
              <a:rPr lang="vi-VN"/>
              <a:t>Sử dụng thư viện MediaPipe Face Detection</a:t>
            </a:r>
          </a:p>
        </p:txBody>
      </p:sp>
    </p:spTree>
    <p:extLst>
      <p:ext uri="{BB962C8B-B14F-4D97-AF65-F5344CB8AC3E}">
        <p14:creationId xmlns:p14="http://schemas.microsoft.com/office/powerpoint/2010/main" val="203579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3CB74-1A76-E454-CE15-CE32E764B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3E091-3796-76E0-07C0-C320200DD151}"/>
              </a:ext>
            </a:extLst>
          </p:cNvPr>
          <p:cNvSpPr>
            <a:spLocks noGrp="1"/>
          </p:cNvSpPr>
          <p:nvPr>
            <p:ph type="title"/>
          </p:nvPr>
        </p:nvSpPr>
        <p:spPr/>
        <p:txBody>
          <a:bodyPr/>
          <a:lstStyle/>
          <a:p>
            <a:r>
              <a:rPr lang="vi-VN"/>
              <a:t>2. Quy trình xử lý của ứng dụng</a:t>
            </a:r>
            <a:endParaRPr lang="en-US"/>
          </a:p>
        </p:txBody>
      </p:sp>
      <p:sp>
        <p:nvSpPr>
          <p:cNvPr id="4" name="Slide Number Placeholder 3">
            <a:extLst>
              <a:ext uri="{FF2B5EF4-FFF2-40B4-BE49-F238E27FC236}">
                <a16:creationId xmlns:a16="http://schemas.microsoft.com/office/drawing/2014/main" id="{2BEE59B6-3D37-8A34-A45B-3C0AD830C3C2}"/>
              </a:ext>
            </a:extLst>
          </p:cNvPr>
          <p:cNvSpPr>
            <a:spLocks noGrp="1"/>
          </p:cNvSpPr>
          <p:nvPr>
            <p:ph type="sldNum" sz="quarter" idx="12"/>
          </p:nvPr>
        </p:nvSpPr>
        <p:spPr/>
        <p:txBody>
          <a:bodyPr/>
          <a:lstStyle/>
          <a:p>
            <a:fld id="{9EA0BE3B-158A-4EDF-80DC-E394A0D1600F}" type="slidenum">
              <a:rPr lang="en-US" smtClean="0"/>
              <a:pPr/>
              <a:t>7</a:t>
            </a:fld>
            <a:endParaRPr lang="en-US"/>
          </a:p>
        </p:txBody>
      </p:sp>
      <p:pic>
        <p:nvPicPr>
          <p:cNvPr id="10" name="Hình ảnh 9">
            <a:extLst>
              <a:ext uri="{FF2B5EF4-FFF2-40B4-BE49-F238E27FC236}">
                <a16:creationId xmlns:a16="http://schemas.microsoft.com/office/drawing/2014/main" id="{1FFEE0B8-A687-F429-EEC8-0B3AF2310A9F}"/>
              </a:ext>
            </a:extLst>
          </p:cNvPr>
          <p:cNvPicPr>
            <a:picLocks noChangeAspect="1"/>
          </p:cNvPicPr>
          <p:nvPr/>
        </p:nvPicPr>
        <p:blipFill>
          <a:blip r:embed="rId2"/>
          <a:stretch>
            <a:fillRect/>
          </a:stretch>
        </p:blipFill>
        <p:spPr>
          <a:xfrm>
            <a:off x="1094509" y="854222"/>
            <a:ext cx="10002981" cy="4332992"/>
          </a:xfrm>
          <a:prstGeom prst="rect">
            <a:avLst/>
          </a:prstGeom>
        </p:spPr>
      </p:pic>
      <p:sp>
        <p:nvSpPr>
          <p:cNvPr id="3" name="AutoShape 8">
            <a:extLst>
              <a:ext uri="{FF2B5EF4-FFF2-40B4-BE49-F238E27FC236}">
                <a16:creationId xmlns:a16="http://schemas.microsoft.com/office/drawing/2014/main" id="{F8564CF6-9DD0-F540-57E9-6EBC98095E52}"/>
              </a:ext>
            </a:extLst>
          </p:cNvPr>
          <p:cNvSpPr>
            <a:spLocks noGrp="1" noChangeAspect="1" noChangeArrowheads="1"/>
          </p:cNvSpPr>
          <p:nvPr>
            <p:ph type="body" sz="quarter" idx="13"/>
          </p:nvPr>
        </p:nvSpPr>
        <p:spPr bwMode="auto">
          <a:xfrm>
            <a:off x="2660073" y="5187214"/>
            <a:ext cx="9193789" cy="9919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indent="0">
              <a:buNone/>
            </a:pPr>
            <a:r>
              <a:rPr lang="vi-VN"/>
              <a:t>Bước tiền xử lý ảnh:</a:t>
            </a:r>
          </a:p>
          <a:p>
            <a:pPr marL="457200" lvl="1" indent="0">
              <a:buNone/>
            </a:pPr>
            <a:r>
              <a:rPr lang="vi-VN"/>
              <a:t>Dùng thư viện OpenCV chuẩn hóa kích thuớc và định dạng ảnh</a:t>
            </a:r>
          </a:p>
        </p:txBody>
      </p:sp>
    </p:spTree>
    <p:extLst>
      <p:ext uri="{BB962C8B-B14F-4D97-AF65-F5344CB8AC3E}">
        <p14:creationId xmlns:p14="http://schemas.microsoft.com/office/powerpoint/2010/main" val="3291798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594B9-F88D-FD11-EBEA-AFD0F4AEE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60697-350C-60DA-FEBD-67ACF013B13A}"/>
              </a:ext>
            </a:extLst>
          </p:cNvPr>
          <p:cNvSpPr>
            <a:spLocks noGrp="1"/>
          </p:cNvSpPr>
          <p:nvPr>
            <p:ph type="title"/>
          </p:nvPr>
        </p:nvSpPr>
        <p:spPr/>
        <p:txBody>
          <a:bodyPr/>
          <a:lstStyle/>
          <a:p>
            <a:r>
              <a:rPr lang="vi-VN"/>
              <a:t>2. Quy trình xử lý của ứng dụng</a:t>
            </a:r>
            <a:endParaRPr lang="en-US"/>
          </a:p>
        </p:txBody>
      </p:sp>
      <p:sp>
        <p:nvSpPr>
          <p:cNvPr id="4" name="Slide Number Placeholder 3">
            <a:extLst>
              <a:ext uri="{FF2B5EF4-FFF2-40B4-BE49-F238E27FC236}">
                <a16:creationId xmlns:a16="http://schemas.microsoft.com/office/drawing/2014/main" id="{C620CF31-392C-D48E-9BDB-364ABBBA8D79}"/>
              </a:ext>
            </a:extLst>
          </p:cNvPr>
          <p:cNvSpPr>
            <a:spLocks noGrp="1"/>
          </p:cNvSpPr>
          <p:nvPr>
            <p:ph type="sldNum" sz="quarter" idx="12"/>
          </p:nvPr>
        </p:nvSpPr>
        <p:spPr/>
        <p:txBody>
          <a:bodyPr/>
          <a:lstStyle/>
          <a:p>
            <a:fld id="{9EA0BE3B-158A-4EDF-80DC-E394A0D1600F}" type="slidenum">
              <a:rPr lang="en-US" smtClean="0"/>
              <a:pPr/>
              <a:t>8</a:t>
            </a:fld>
            <a:endParaRPr lang="en-US"/>
          </a:p>
        </p:txBody>
      </p:sp>
      <p:pic>
        <p:nvPicPr>
          <p:cNvPr id="10" name="Hình ảnh 9">
            <a:extLst>
              <a:ext uri="{FF2B5EF4-FFF2-40B4-BE49-F238E27FC236}">
                <a16:creationId xmlns:a16="http://schemas.microsoft.com/office/drawing/2014/main" id="{8E0F6561-310A-334A-FD89-5DF6EA5782FB}"/>
              </a:ext>
            </a:extLst>
          </p:cNvPr>
          <p:cNvPicPr>
            <a:picLocks noChangeAspect="1"/>
          </p:cNvPicPr>
          <p:nvPr/>
        </p:nvPicPr>
        <p:blipFill>
          <a:blip r:embed="rId2"/>
          <a:stretch>
            <a:fillRect/>
          </a:stretch>
        </p:blipFill>
        <p:spPr>
          <a:xfrm>
            <a:off x="1094509" y="854222"/>
            <a:ext cx="10002981" cy="4332992"/>
          </a:xfrm>
          <a:prstGeom prst="rect">
            <a:avLst/>
          </a:prstGeom>
        </p:spPr>
      </p:pic>
      <p:sp>
        <p:nvSpPr>
          <p:cNvPr id="3" name="AutoShape 8">
            <a:extLst>
              <a:ext uri="{FF2B5EF4-FFF2-40B4-BE49-F238E27FC236}">
                <a16:creationId xmlns:a16="http://schemas.microsoft.com/office/drawing/2014/main" id="{C1982076-50AD-A2C6-2299-E366E52611C5}"/>
              </a:ext>
            </a:extLst>
          </p:cNvPr>
          <p:cNvSpPr>
            <a:spLocks noGrp="1" noChangeAspect="1" noChangeArrowheads="1"/>
          </p:cNvSpPr>
          <p:nvPr>
            <p:ph type="body" sz="quarter" idx="13"/>
          </p:nvPr>
        </p:nvSpPr>
        <p:spPr bwMode="auto">
          <a:xfrm>
            <a:off x="2743200" y="5292436"/>
            <a:ext cx="9110064" cy="90516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indent="0">
              <a:buNone/>
            </a:pPr>
            <a:r>
              <a:rPr lang="vi-VN"/>
              <a:t>Bước sinh ảnh:</a:t>
            </a:r>
          </a:p>
          <a:p>
            <a:pPr marL="457200" lvl="1" indent="0">
              <a:buNone/>
            </a:pPr>
            <a:r>
              <a:rPr lang="vi-VN"/>
              <a:t>Dùng mô hình StarGAN huấn luyện được</a:t>
            </a:r>
          </a:p>
        </p:txBody>
      </p:sp>
    </p:spTree>
    <p:extLst>
      <p:ext uri="{BB962C8B-B14F-4D97-AF65-F5344CB8AC3E}">
        <p14:creationId xmlns:p14="http://schemas.microsoft.com/office/powerpoint/2010/main" val="2770409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81DA7-283A-A1F6-F0BD-62280F018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AD3D3C-7E3A-E3A6-5B76-72F9ECD2DD6C}"/>
              </a:ext>
            </a:extLst>
          </p:cNvPr>
          <p:cNvSpPr>
            <a:spLocks noGrp="1"/>
          </p:cNvSpPr>
          <p:nvPr>
            <p:ph type="title"/>
          </p:nvPr>
        </p:nvSpPr>
        <p:spPr/>
        <p:txBody>
          <a:bodyPr/>
          <a:lstStyle/>
          <a:p>
            <a:r>
              <a:rPr lang="vi-VN"/>
              <a:t>2. Quy trình xử lý của ứng dụng</a:t>
            </a:r>
            <a:endParaRPr lang="en-US"/>
          </a:p>
        </p:txBody>
      </p:sp>
      <p:sp>
        <p:nvSpPr>
          <p:cNvPr id="4" name="Slide Number Placeholder 3">
            <a:extLst>
              <a:ext uri="{FF2B5EF4-FFF2-40B4-BE49-F238E27FC236}">
                <a16:creationId xmlns:a16="http://schemas.microsoft.com/office/drawing/2014/main" id="{74FF3B3F-E96F-C8B0-1630-FCBCC0555228}"/>
              </a:ext>
            </a:extLst>
          </p:cNvPr>
          <p:cNvSpPr>
            <a:spLocks noGrp="1"/>
          </p:cNvSpPr>
          <p:nvPr>
            <p:ph type="sldNum" sz="quarter" idx="12"/>
          </p:nvPr>
        </p:nvSpPr>
        <p:spPr/>
        <p:txBody>
          <a:bodyPr/>
          <a:lstStyle/>
          <a:p>
            <a:fld id="{9EA0BE3B-158A-4EDF-80DC-E394A0D1600F}" type="slidenum">
              <a:rPr lang="en-US" smtClean="0"/>
              <a:pPr/>
              <a:t>9</a:t>
            </a:fld>
            <a:endParaRPr lang="en-US"/>
          </a:p>
        </p:txBody>
      </p:sp>
      <p:pic>
        <p:nvPicPr>
          <p:cNvPr id="10" name="Hình ảnh 9">
            <a:extLst>
              <a:ext uri="{FF2B5EF4-FFF2-40B4-BE49-F238E27FC236}">
                <a16:creationId xmlns:a16="http://schemas.microsoft.com/office/drawing/2014/main" id="{E8499800-FAAA-76CD-6811-1FE00F52250F}"/>
              </a:ext>
            </a:extLst>
          </p:cNvPr>
          <p:cNvPicPr>
            <a:picLocks noChangeAspect="1"/>
          </p:cNvPicPr>
          <p:nvPr/>
        </p:nvPicPr>
        <p:blipFill>
          <a:blip r:embed="rId2"/>
          <a:stretch>
            <a:fillRect/>
          </a:stretch>
        </p:blipFill>
        <p:spPr>
          <a:xfrm>
            <a:off x="1094509" y="854222"/>
            <a:ext cx="10002981" cy="4332992"/>
          </a:xfrm>
          <a:prstGeom prst="rect">
            <a:avLst/>
          </a:prstGeom>
        </p:spPr>
      </p:pic>
      <p:sp>
        <p:nvSpPr>
          <p:cNvPr id="3" name="AutoShape 8">
            <a:extLst>
              <a:ext uri="{FF2B5EF4-FFF2-40B4-BE49-F238E27FC236}">
                <a16:creationId xmlns:a16="http://schemas.microsoft.com/office/drawing/2014/main" id="{DBC2BD11-12AB-68A5-1FF8-1655CCEA0279}"/>
              </a:ext>
            </a:extLst>
          </p:cNvPr>
          <p:cNvSpPr>
            <a:spLocks noGrp="1" noChangeAspect="1" noChangeArrowheads="1"/>
          </p:cNvSpPr>
          <p:nvPr>
            <p:ph type="body" sz="quarter" idx="13"/>
          </p:nvPr>
        </p:nvSpPr>
        <p:spPr bwMode="auto">
          <a:xfrm>
            <a:off x="2715491" y="5255491"/>
            <a:ext cx="9137773" cy="97905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indent="0">
              <a:buNone/>
            </a:pPr>
            <a:r>
              <a:rPr lang="vi-VN"/>
              <a:t>Bước ghép lại ảnh:</a:t>
            </a:r>
          </a:p>
          <a:p>
            <a:pPr marL="457200" lvl="1" indent="0">
              <a:buNone/>
            </a:pPr>
            <a:r>
              <a:rPr lang="vi-VN"/>
              <a:t>Sử dụng kỹ thuật khớp đặc trưng</a:t>
            </a:r>
          </a:p>
        </p:txBody>
      </p:sp>
    </p:spTree>
    <p:extLst>
      <p:ext uri="{BB962C8B-B14F-4D97-AF65-F5344CB8AC3E}">
        <p14:creationId xmlns:p14="http://schemas.microsoft.com/office/powerpoint/2010/main" val="2111614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AFA9D-D583-F88E-DCA5-ED04846D3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0D083-B960-DFE3-431E-FB6017290D8C}"/>
              </a:ext>
            </a:extLst>
          </p:cNvPr>
          <p:cNvSpPr>
            <a:spLocks noGrp="1"/>
          </p:cNvSpPr>
          <p:nvPr>
            <p:ph type="title"/>
          </p:nvPr>
        </p:nvSpPr>
        <p:spPr/>
        <p:txBody>
          <a:bodyPr/>
          <a:lstStyle/>
          <a:p>
            <a:r>
              <a:rPr lang="vi-VN"/>
              <a:t>3. Thành phần cốt lõi của ứng dụng - mô hình StarGAN </a:t>
            </a:r>
            <a:endParaRPr lang="en-US"/>
          </a:p>
        </p:txBody>
      </p:sp>
      <p:sp>
        <p:nvSpPr>
          <p:cNvPr id="4" name="Slide Number Placeholder 3">
            <a:extLst>
              <a:ext uri="{FF2B5EF4-FFF2-40B4-BE49-F238E27FC236}">
                <a16:creationId xmlns:a16="http://schemas.microsoft.com/office/drawing/2014/main" id="{F9D9B978-D9A7-61C6-0DC7-63D16CF9525A}"/>
              </a:ext>
            </a:extLst>
          </p:cNvPr>
          <p:cNvSpPr>
            <a:spLocks noGrp="1"/>
          </p:cNvSpPr>
          <p:nvPr>
            <p:ph type="sldNum" sz="quarter" idx="12"/>
          </p:nvPr>
        </p:nvSpPr>
        <p:spPr/>
        <p:txBody>
          <a:bodyPr/>
          <a:lstStyle/>
          <a:p>
            <a:fld id="{9EA0BE3B-158A-4EDF-80DC-E394A0D1600F}" type="slidenum">
              <a:rPr lang="en-US" smtClean="0"/>
              <a:pPr/>
              <a:t>10</a:t>
            </a:fld>
            <a:endParaRPr lang="en-US"/>
          </a:p>
        </p:txBody>
      </p:sp>
      <p:sp>
        <p:nvSpPr>
          <p:cNvPr id="9" name="AutoShape 8">
            <a:extLst>
              <a:ext uri="{FF2B5EF4-FFF2-40B4-BE49-F238E27FC236}">
                <a16:creationId xmlns:a16="http://schemas.microsoft.com/office/drawing/2014/main" id="{BDDC318E-01C9-0CEF-132E-4B682BAE83B8}"/>
              </a:ext>
            </a:extLst>
          </p:cNvPr>
          <p:cNvSpPr>
            <a:spLocks noGrp="1" noChangeAspect="1" noChangeArrowheads="1"/>
          </p:cNvSpPr>
          <p:nvPr>
            <p:ph type="body" sz="quarter" idx="13"/>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514350" indent="-514350">
              <a:lnSpc>
                <a:spcPct val="200000"/>
              </a:lnSpc>
              <a:buAutoNum type="alphaLcParenR"/>
            </a:pPr>
            <a:r>
              <a:rPr lang="vi-VN"/>
              <a:t>Tổng quan về StarGAN</a:t>
            </a:r>
          </a:p>
          <a:p>
            <a:pPr marL="514350" indent="-514350">
              <a:lnSpc>
                <a:spcPct val="200000"/>
              </a:lnSpc>
              <a:buAutoNum type="alphaLcParenR"/>
            </a:pPr>
            <a:r>
              <a:rPr lang="vi-VN"/>
              <a:t>Huấn luyện mô hình</a:t>
            </a:r>
          </a:p>
          <a:p>
            <a:pPr marL="514350" indent="-514350">
              <a:lnSpc>
                <a:spcPct val="200000"/>
              </a:lnSpc>
              <a:buAutoNum type="alphaLcParenR"/>
            </a:pPr>
            <a:r>
              <a:rPr lang="vi-VN"/>
              <a:t>Đánh giá mô hình</a:t>
            </a:r>
          </a:p>
        </p:txBody>
      </p:sp>
    </p:spTree>
    <p:extLst>
      <p:ext uri="{BB962C8B-B14F-4D97-AF65-F5344CB8AC3E}">
        <p14:creationId xmlns:p14="http://schemas.microsoft.com/office/powerpoint/2010/main" val="1469755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7B1A-6A4F-1AF5-4B30-1E2B2753B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5CDA8-EFB8-6FF7-D2B3-4FFCD598D91B}"/>
              </a:ext>
            </a:extLst>
          </p:cNvPr>
          <p:cNvSpPr>
            <a:spLocks noGrp="1"/>
          </p:cNvSpPr>
          <p:nvPr>
            <p:ph type="title"/>
          </p:nvPr>
        </p:nvSpPr>
        <p:spPr/>
        <p:txBody>
          <a:bodyPr/>
          <a:lstStyle/>
          <a:p>
            <a:r>
              <a:rPr lang="vi-VN"/>
              <a:t>3. Thành phần cốt lõi của ứng dụng - mô hình StarGAN </a:t>
            </a:r>
            <a:endParaRPr lang="en-US"/>
          </a:p>
        </p:txBody>
      </p:sp>
      <p:sp>
        <p:nvSpPr>
          <p:cNvPr id="3" name="Text Placeholder 2">
            <a:extLst>
              <a:ext uri="{FF2B5EF4-FFF2-40B4-BE49-F238E27FC236}">
                <a16:creationId xmlns:a16="http://schemas.microsoft.com/office/drawing/2014/main" id="{A206C922-1213-FF0B-F73A-9C931A66D1BF}"/>
              </a:ext>
            </a:extLst>
          </p:cNvPr>
          <p:cNvSpPr>
            <a:spLocks noGrp="1"/>
          </p:cNvSpPr>
          <p:nvPr>
            <p:ph type="body" sz="quarter" idx="13"/>
          </p:nvPr>
        </p:nvSpPr>
        <p:spPr>
          <a:xfrm>
            <a:off x="337540" y="1032510"/>
            <a:ext cx="8422588" cy="4938713"/>
          </a:xfrm>
        </p:spPr>
        <p:txBody>
          <a:bodyPr/>
          <a:lstStyle/>
          <a:p>
            <a:pPr marL="0" indent="0">
              <a:buNone/>
            </a:pPr>
            <a:r>
              <a:rPr lang="vi-VN"/>
              <a:t>a) Tổng quan về StarGAN</a:t>
            </a:r>
          </a:p>
          <a:p>
            <a:r>
              <a:rPr lang="vi-VN"/>
              <a:t>StarGAN là mô hình GAN đa miền</a:t>
            </a:r>
          </a:p>
          <a:p>
            <a:r>
              <a:rPr lang="en-US"/>
              <a:t>Cho phép biến đổi ảnh theo nhiều thuộc tính</a:t>
            </a:r>
          </a:p>
          <a:p>
            <a:r>
              <a:rPr lang="en-US"/>
              <a:t>Chỉ sử dụng một mô hình duy </a:t>
            </a:r>
            <a:r>
              <a:rPr lang="vi-VN"/>
              <a:t>nhất</a:t>
            </a:r>
            <a:endParaRPr lang="en-US"/>
          </a:p>
        </p:txBody>
      </p:sp>
      <p:sp>
        <p:nvSpPr>
          <p:cNvPr id="4" name="Slide Number Placeholder 3">
            <a:extLst>
              <a:ext uri="{FF2B5EF4-FFF2-40B4-BE49-F238E27FC236}">
                <a16:creationId xmlns:a16="http://schemas.microsoft.com/office/drawing/2014/main" id="{55ACAB4A-7A49-F78F-3159-C8E1419245C4}"/>
              </a:ext>
            </a:extLst>
          </p:cNvPr>
          <p:cNvSpPr>
            <a:spLocks noGrp="1"/>
          </p:cNvSpPr>
          <p:nvPr>
            <p:ph type="sldNum" sz="quarter" idx="12"/>
          </p:nvPr>
        </p:nvSpPr>
        <p:spPr/>
        <p:txBody>
          <a:bodyPr/>
          <a:lstStyle/>
          <a:p>
            <a:fld id="{9EA0BE3B-158A-4EDF-80DC-E394A0D1600F}" type="slidenum">
              <a:rPr lang="en-US" smtClean="0"/>
              <a:pPr/>
              <a:t>11</a:t>
            </a:fld>
            <a:endParaRPr lang="en-US"/>
          </a:p>
        </p:txBody>
      </p:sp>
      <p:pic>
        <p:nvPicPr>
          <p:cNvPr id="6" name="Hình ảnh 5">
            <a:extLst>
              <a:ext uri="{FF2B5EF4-FFF2-40B4-BE49-F238E27FC236}">
                <a16:creationId xmlns:a16="http://schemas.microsoft.com/office/drawing/2014/main" id="{50382A74-FF18-DCB6-A486-BBFC347FCBB8}"/>
              </a:ext>
            </a:extLst>
          </p:cNvPr>
          <p:cNvPicPr>
            <a:picLocks noChangeAspect="1"/>
          </p:cNvPicPr>
          <p:nvPr/>
        </p:nvPicPr>
        <p:blipFill>
          <a:blip r:embed="rId2"/>
          <a:stretch>
            <a:fillRect/>
          </a:stretch>
        </p:blipFill>
        <p:spPr>
          <a:xfrm>
            <a:off x="8834019" y="1365019"/>
            <a:ext cx="2552808" cy="2556986"/>
          </a:xfrm>
          <a:prstGeom prst="rect">
            <a:avLst/>
          </a:prstGeom>
        </p:spPr>
      </p:pic>
      <p:sp>
        <p:nvSpPr>
          <p:cNvPr id="7" name="Text Placeholder 2">
            <a:extLst>
              <a:ext uri="{FF2B5EF4-FFF2-40B4-BE49-F238E27FC236}">
                <a16:creationId xmlns:a16="http://schemas.microsoft.com/office/drawing/2014/main" id="{641B2592-1B75-0A13-51B4-87D5D634CD7A}"/>
              </a:ext>
            </a:extLst>
          </p:cNvPr>
          <p:cNvSpPr txBox="1">
            <a:spLocks/>
          </p:cNvSpPr>
          <p:nvPr/>
        </p:nvSpPr>
        <p:spPr>
          <a:xfrm>
            <a:off x="2123440" y="6455092"/>
            <a:ext cx="8514080" cy="3651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200">
                <a:hlinkClick r:id="rId3"/>
              </a:rPr>
              <a:t>https://arxiv.org/abs/1711.09020</a:t>
            </a:r>
            <a:endParaRPr lang="en-US" sz="1200"/>
          </a:p>
          <a:p>
            <a:pPr marL="0" indent="0" algn="r">
              <a:buNone/>
            </a:pPr>
            <a:endParaRPr lang="en-US" sz="1200"/>
          </a:p>
        </p:txBody>
      </p:sp>
    </p:spTree>
    <p:extLst>
      <p:ext uri="{BB962C8B-B14F-4D97-AF65-F5344CB8AC3E}">
        <p14:creationId xmlns:p14="http://schemas.microsoft.com/office/powerpoint/2010/main" val="3574275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A1190-A348-08F6-3496-5169F3880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51E38-BD60-B01D-0781-1A61133CA6BF}"/>
              </a:ext>
            </a:extLst>
          </p:cNvPr>
          <p:cNvSpPr>
            <a:spLocks noGrp="1"/>
          </p:cNvSpPr>
          <p:nvPr>
            <p:ph type="title"/>
          </p:nvPr>
        </p:nvSpPr>
        <p:spPr/>
        <p:txBody>
          <a:bodyPr/>
          <a:lstStyle/>
          <a:p>
            <a:r>
              <a:rPr lang="vi-VN"/>
              <a:t>3. Thành phần cốt lõi của ứng dụng - mô hình StarGAN </a:t>
            </a:r>
            <a:endParaRPr lang="en-US"/>
          </a:p>
        </p:txBody>
      </p:sp>
      <p:sp>
        <p:nvSpPr>
          <p:cNvPr id="3" name="Text Placeholder 2">
            <a:extLst>
              <a:ext uri="{FF2B5EF4-FFF2-40B4-BE49-F238E27FC236}">
                <a16:creationId xmlns:a16="http://schemas.microsoft.com/office/drawing/2014/main" id="{B43A5AEA-C072-A127-0F39-FEEC6514BBEC}"/>
              </a:ext>
            </a:extLst>
          </p:cNvPr>
          <p:cNvSpPr>
            <a:spLocks noGrp="1"/>
          </p:cNvSpPr>
          <p:nvPr>
            <p:ph type="body" sz="quarter" idx="13"/>
          </p:nvPr>
        </p:nvSpPr>
        <p:spPr/>
        <p:txBody>
          <a:bodyPr/>
          <a:lstStyle/>
          <a:p>
            <a:pPr marL="0" indent="0">
              <a:buNone/>
            </a:pPr>
            <a:r>
              <a:rPr lang="vi-VN"/>
              <a:t>b) Huấn luyện mô hình</a:t>
            </a:r>
          </a:p>
          <a:p>
            <a:r>
              <a:rPr lang="vi-VN"/>
              <a:t>Bộ dữ liệu: CelebA</a:t>
            </a:r>
          </a:p>
          <a:p>
            <a:pPr lvl="1"/>
            <a:r>
              <a:rPr lang="vi-VN"/>
              <a:t>Gồm 200.000 khuôn mặt của 10.000 người khác nhau</a:t>
            </a:r>
          </a:p>
          <a:p>
            <a:pPr lvl="1"/>
            <a:r>
              <a:rPr lang="vi-VN"/>
              <a:t>Có 40 thuộc tính khác nhau</a:t>
            </a:r>
          </a:p>
          <a:p>
            <a:pPr marL="457200" lvl="1" indent="0">
              <a:buNone/>
            </a:pPr>
            <a:r>
              <a:rPr lang="vi-VN"/>
              <a:t>-&gt; Chọn 17 thuộc tính nổi bật từ 40 thuộc tính này để huấn luyện mô hình</a:t>
            </a:r>
          </a:p>
          <a:p>
            <a:pPr lvl="1"/>
            <a:endParaRPr lang="vi-VN"/>
          </a:p>
          <a:p>
            <a:endParaRPr lang="vi-VN"/>
          </a:p>
          <a:p>
            <a:endParaRPr lang="vi-VN"/>
          </a:p>
          <a:p>
            <a:endParaRPr lang="vi-VN"/>
          </a:p>
          <a:p>
            <a:endParaRPr lang="vi-VN"/>
          </a:p>
          <a:p>
            <a:endParaRPr lang="vi-VN"/>
          </a:p>
          <a:p>
            <a:endParaRPr lang="vi-VN"/>
          </a:p>
          <a:p>
            <a:endParaRPr lang="en-US"/>
          </a:p>
        </p:txBody>
      </p:sp>
      <p:sp>
        <p:nvSpPr>
          <p:cNvPr id="4" name="Slide Number Placeholder 3">
            <a:extLst>
              <a:ext uri="{FF2B5EF4-FFF2-40B4-BE49-F238E27FC236}">
                <a16:creationId xmlns:a16="http://schemas.microsoft.com/office/drawing/2014/main" id="{3F4E68DF-B05D-CFA7-2BDF-210CB07DAD68}"/>
              </a:ext>
            </a:extLst>
          </p:cNvPr>
          <p:cNvSpPr>
            <a:spLocks noGrp="1"/>
          </p:cNvSpPr>
          <p:nvPr>
            <p:ph type="sldNum" sz="quarter" idx="12"/>
          </p:nvPr>
        </p:nvSpPr>
        <p:spPr/>
        <p:txBody>
          <a:bodyPr/>
          <a:lstStyle/>
          <a:p>
            <a:fld id="{9EA0BE3B-158A-4EDF-80DC-E394A0D1600F}" type="slidenum">
              <a:rPr lang="en-US" smtClean="0"/>
              <a:pPr/>
              <a:t>12</a:t>
            </a:fld>
            <a:endParaRPr lang="en-US"/>
          </a:p>
        </p:txBody>
      </p:sp>
      <p:pic>
        <p:nvPicPr>
          <p:cNvPr id="6" name="Hình ảnh 5">
            <a:extLst>
              <a:ext uri="{FF2B5EF4-FFF2-40B4-BE49-F238E27FC236}">
                <a16:creationId xmlns:a16="http://schemas.microsoft.com/office/drawing/2014/main" id="{46253E05-9F23-EDFC-0F0D-DE5948718D41}"/>
              </a:ext>
            </a:extLst>
          </p:cNvPr>
          <p:cNvPicPr>
            <a:picLocks noChangeAspect="1"/>
          </p:cNvPicPr>
          <p:nvPr/>
        </p:nvPicPr>
        <p:blipFill>
          <a:blip r:embed="rId2"/>
          <a:stretch>
            <a:fillRect/>
          </a:stretch>
        </p:blipFill>
        <p:spPr>
          <a:xfrm>
            <a:off x="2453041" y="3455472"/>
            <a:ext cx="7284720" cy="1603933"/>
          </a:xfrm>
          <a:prstGeom prst="rect">
            <a:avLst/>
          </a:prstGeom>
        </p:spPr>
      </p:pic>
    </p:spTree>
    <p:extLst>
      <p:ext uri="{BB962C8B-B14F-4D97-AF65-F5344CB8AC3E}">
        <p14:creationId xmlns:p14="http://schemas.microsoft.com/office/powerpoint/2010/main" val="4147147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91017-8B38-6BE4-BC45-986F19B12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4685BB-B421-DB4E-6EAB-AF54F185F46B}"/>
              </a:ext>
            </a:extLst>
          </p:cNvPr>
          <p:cNvSpPr>
            <a:spLocks noGrp="1"/>
          </p:cNvSpPr>
          <p:nvPr>
            <p:ph type="title"/>
          </p:nvPr>
        </p:nvSpPr>
        <p:spPr/>
        <p:txBody>
          <a:bodyPr/>
          <a:lstStyle/>
          <a:p>
            <a:r>
              <a:rPr lang="vi-VN"/>
              <a:t>3. Thành phần cốt lõi của ứng dụng - mô hình StarGAN </a:t>
            </a:r>
            <a:endParaRPr lang="en-US"/>
          </a:p>
        </p:txBody>
      </p:sp>
      <p:sp>
        <p:nvSpPr>
          <p:cNvPr id="3" name="Text Placeholder 2">
            <a:extLst>
              <a:ext uri="{FF2B5EF4-FFF2-40B4-BE49-F238E27FC236}">
                <a16:creationId xmlns:a16="http://schemas.microsoft.com/office/drawing/2014/main" id="{8738F517-25A9-CA75-C09E-BEB986346425}"/>
              </a:ext>
            </a:extLst>
          </p:cNvPr>
          <p:cNvSpPr>
            <a:spLocks noGrp="1"/>
          </p:cNvSpPr>
          <p:nvPr>
            <p:ph type="body" sz="quarter" idx="13"/>
          </p:nvPr>
        </p:nvSpPr>
        <p:spPr/>
        <p:txBody>
          <a:bodyPr/>
          <a:lstStyle/>
          <a:p>
            <a:pPr marL="0" indent="0">
              <a:buNone/>
            </a:pPr>
            <a:r>
              <a:rPr lang="vi-VN"/>
              <a:t>b) Huấn luyện mô hình</a:t>
            </a:r>
          </a:p>
          <a:p>
            <a:r>
              <a:rPr lang="vi-VN"/>
              <a:t>Môi trường huấn luyện: </a:t>
            </a:r>
          </a:p>
          <a:p>
            <a:pPr lvl="1"/>
            <a:r>
              <a:rPr lang="vi-VN"/>
              <a:t>Sử dụng nền tảng Kaggle với GPU P100</a:t>
            </a:r>
          </a:p>
          <a:p>
            <a:endParaRPr lang="vi-VN"/>
          </a:p>
          <a:p>
            <a:r>
              <a:rPr lang="vi-VN"/>
              <a:t>Mô hình StarGAN:</a:t>
            </a:r>
          </a:p>
          <a:p>
            <a:pPr lvl="1"/>
            <a:r>
              <a:rPr lang="vi-VN"/>
              <a:t>Tham khảo mã nguồn mô hình của tác giả: Yunjey Choi</a:t>
            </a:r>
            <a:br>
              <a:rPr lang="vi-VN"/>
            </a:br>
            <a:r>
              <a:rPr lang="vi-VN"/>
              <a:t>(</a:t>
            </a:r>
            <a:r>
              <a:rPr lang="en-US">
                <a:hlinkClick r:id="rId2"/>
              </a:rPr>
              <a:t>yunjey/stargan: StarGAN - Official PyTorch Implementation (CVPR 2018)</a:t>
            </a:r>
            <a:r>
              <a:rPr lang="vi-VN"/>
              <a:t>)</a:t>
            </a:r>
          </a:p>
          <a:p>
            <a:endParaRPr lang="en-US"/>
          </a:p>
        </p:txBody>
      </p:sp>
      <p:sp>
        <p:nvSpPr>
          <p:cNvPr id="4" name="Slide Number Placeholder 3">
            <a:extLst>
              <a:ext uri="{FF2B5EF4-FFF2-40B4-BE49-F238E27FC236}">
                <a16:creationId xmlns:a16="http://schemas.microsoft.com/office/drawing/2014/main" id="{ECEF79F2-1C07-3DC2-DBFC-FD9CB288ED9F}"/>
              </a:ext>
            </a:extLst>
          </p:cNvPr>
          <p:cNvSpPr>
            <a:spLocks noGrp="1"/>
          </p:cNvSpPr>
          <p:nvPr>
            <p:ph type="sldNum" sz="quarter" idx="12"/>
          </p:nvPr>
        </p:nvSpPr>
        <p:spPr/>
        <p:txBody>
          <a:bodyPr/>
          <a:lstStyle/>
          <a:p>
            <a:fld id="{9EA0BE3B-158A-4EDF-80DC-E394A0D1600F}" type="slidenum">
              <a:rPr lang="en-US" smtClean="0"/>
              <a:pPr/>
              <a:t>13</a:t>
            </a:fld>
            <a:endParaRPr lang="en-US"/>
          </a:p>
        </p:txBody>
      </p:sp>
    </p:spTree>
    <p:extLst>
      <p:ext uri="{BB962C8B-B14F-4D97-AF65-F5344CB8AC3E}">
        <p14:creationId xmlns:p14="http://schemas.microsoft.com/office/powerpoint/2010/main" val="601639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DBCA-8E3C-41ED-2F5A-42B7BAA20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86D9F4-4DB4-450E-1C20-B326F25DDBFB}"/>
              </a:ext>
            </a:extLst>
          </p:cNvPr>
          <p:cNvSpPr>
            <a:spLocks noGrp="1"/>
          </p:cNvSpPr>
          <p:nvPr>
            <p:ph type="title"/>
          </p:nvPr>
        </p:nvSpPr>
        <p:spPr/>
        <p:txBody>
          <a:bodyPr/>
          <a:lstStyle/>
          <a:p>
            <a:r>
              <a:rPr lang="vi-VN"/>
              <a:t>3. Thành phần cốt lõi của ứng dụng - mô hình StarGAN </a:t>
            </a:r>
            <a:endParaRPr lang="en-US"/>
          </a:p>
        </p:txBody>
      </p:sp>
      <p:sp>
        <p:nvSpPr>
          <p:cNvPr id="3" name="Text Placeholder 2">
            <a:extLst>
              <a:ext uri="{FF2B5EF4-FFF2-40B4-BE49-F238E27FC236}">
                <a16:creationId xmlns:a16="http://schemas.microsoft.com/office/drawing/2014/main" id="{337B0015-CC21-E2E2-E721-9C8CE06E9D0B}"/>
              </a:ext>
            </a:extLst>
          </p:cNvPr>
          <p:cNvSpPr>
            <a:spLocks noGrp="1"/>
          </p:cNvSpPr>
          <p:nvPr>
            <p:ph type="body" sz="quarter" idx="13"/>
          </p:nvPr>
        </p:nvSpPr>
        <p:spPr/>
        <p:txBody>
          <a:bodyPr/>
          <a:lstStyle/>
          <a:p>
            <a:pPr marL="0" indent="0">
              <a:buNone/>
            </a:pPr>
            <a:r>
              <a:rPr lang="vi-VN"/>
              <a:t>b) Huấn luyện mô hình</a:t>
            </a:r>
          </a:p>
          <a:p>
            <a:pPr marL="0" indent="0">
              <a:buNone/>
            </a:pPr>
            <a:r>
              <a:rPr lang="vi-VN" sz="300"/>
              <a:t> </a:t>
            </a:r>
          </a:p>
          <a:p>
            <a:r>
              <a:rPr lang="vi-VN"/>
              <a:t>Chiến lược huấn luyện:</a:t>
            </a:r>
          </a:p>
          <a:p>
            <a:pPr lvl="1"/>
            <a:r>
              <a:rPr lang="vi-VN"/>
              <a:t>Huấn luyện đồng thời 17 thuộc tính</a:t>
            </a:r>
          </a:p>
          <a:p>
            <a:pPr lvl="1"/>
            <a:r>
              <a:rPr lang="vi-VN"/>
              <a:t>Quá trình huấn luyện thực hiện trong nhiều vòng lặp</a:t>
            </a:r>
          </a:p>
          <a:p>
            <a:pPr lvl="1"/>
            <a:r>
              <a:rPr lang="vi-VN"/>
              <a:t>Lưu checkpoint định kỳ sau mỗi 50.000 vòng lặp</a:t>
            </a:r>
          </a:p>
          <a:p>
            <a:pPr lvl="1"/>
            <a:endParaRPr lang="en-US"/>
          </a:p>
        </p:txBody>
      </p:sp>
      <p:sp>
        <p:nvSpPr>
          <p:cNvPr id="4" name="Slide Number Placeholder 3">
            <a:extLst>
              <a:ext uri="{FF2B5EF4-FFF2-40B4-BE49-F238E27FC236}">
                <a16:creationId xmlns:a16="http://schemas.microsoft.com/office/drawing/2014/main" id="{F0E3177C-37EA-348F-A398-6496FA184806}"/>
              </a:ext>
            </a:extLst>
          </p:cNvPr>
          <p:cNvSpPr>
            <a:spLocks noGrp="1"/>
          </p:cNvSpPr>
          <p:nvPr>
            <p:ph type="sldNum" sz="quarter" idx="12"/>
          </p:nvPr>
        </p:nvSpPr>
        <p:spPr/>
        <p:txBody>
          <a:bodyPr/>
          <a:lstStyle/>
          <a:p>
            <a:fld id="{9EA0BE3B-158A-4EDF-80DC-E394A0D1600F}" type="slidenum">
              <a:rPr lang="en-US" smtClean="0"/>
              <a:pPr/>
              <a:t>14</a:t>
            </a:fld>
            <a:endParaRPr lang="en-US"/>
          </a:p>
        </p:txBody>
      </p:sp>
    </p:spTree>
    <p:extLst>
      <p:ext uri="{BB962C8B-B14F-4D97-AF65-F5344CB8AC3E}">
        <p14:creationId xmlns:p14="http://schemas.microsoft.com/office/powerpoint/2010/main" val="3136091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31B55-D489-9B23-8C00-F19158AD0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C7E97-3A8F-B22D-17A8-DE92E0BA0BD8}"/>
              </a:ext>
            </a:extLst>
          </p:cNvPr>
          <p:cNvSpPr>
            <a:spLocks noGrp="1"/>
          </p:cNvSpPr>
          <p:nvPr>
            <p:ph type="title"/>
          </p:nvPr>
        </p:nvSpPr>
        <p:spPr/>
        <p:txBody>
          <a:bodyPr/>
          <a:lstStyle/>
          <a:p>
            <a:r>
              <a:rPr lang="vi-VN"/>
              <a:t>3. Thành phần cốt lõi của ứng dụng - mô hình StarGAN </a:t>
            </a:r>
            <a:endParaRPr lang="en-US"/>
          </a:p>
        </p:txBody>
      </p:sp>
      <p:sp>
        <p:nvSpPr>
          <p:cNvPr id="3" name="Text Placeholder 2">
            <a:extLst>
              <a:ext uri="{FF2B5EF4-FFF2-40B4-BE49-F238E27FC236}">
                <a16:creationId xmlns:a16="http://schemas.microsoft.com/office/drawing/2014/main" id="{54F2B6EA-A218-81E6-CCFF-925C6DBAA05B}"/>
              </a:ext>
            </a:extLst>
          </p:cNvPr>
          <p:cNvSpPr>
            <a:spLocks noGrp="1"/>
          </p:cNvSpPr>
          <p:nvPr>
            <p:ph type="body" sz="quarter" idx="13"/>
          </p:nvPr>
        </p:nvSpPr>
        <p:spPr/>
        <p:txBody>
          <a:bodyPr/>
          <a:lstStyle/>
          <a:p>
            <a:pPr marL="0" indent="0">
              <a:buNone/>
            </a:pPr>
            <a:r>
              <a:rPr lang="vi-VN"/>
              <a:t>c) Đánh giá mô hình</a:t>
            </a:r>
            <a:br>
              <a:rPr lang="vi-VN"/>
            </a:br>
            <a:r>
              <a:rPr lang="vi-VN" sz="100"/>
              <a:t> </a:t>
            </a:r>
          </a:p>
          <a:p>
            <a:r>
              <a:rPr lang="vi-VN"/>
              <a:t>Chiến lược đánh giá: </a:t>
            </a:r>
          </a:p>
          <a:p>
            <a:pPr lvl="1"/>
            <a:r>
              <a:rPr lang="vi-VN"/>
              <a:t>Chọn ngẫu nhiên 1000 ảnh từ bộ dữ liệu</a:t>
            </a:r>
          </a:p>
          <a:p>
            <a:pPr lvl="1"/>
            <a:r>
              <a:rPr lang="vi-VN"/>
              <a:t>Sử dụng từng checkpoint để sinh ảnh với bộ dữ liệu này</a:t>
            </a:r>
            <a:br>
              <a:rPr lang="vi-VN"/>
            </a:br>
            <a:endParaRPr lang="vi-VN"/>
          </a:p>
          <a:p>
            <a:r>
              <a:rPr lang="vi-VN"/>
              <a:t>Đánh giá kết quả ảnh sinh ra:</a:t>
            </a:r>
          </a:p>
          <a:p>
            <a:pPr lvl="1"/>
            <a:r>
              <a:rPr lang="vi-VN"/>
              <a:t>Đánh giá định tính</a:t>
            </a:r>
          </a:p>
          <a:p>
            <a:pPr lvl="1"/>
            <a:r>
              <a:rPr lang="vi-VN"/>
              <a:t>Đánh giá định lượng: qua 2 chỉ số: SSIM, FID</a:t>
            </a:r>
          </a:p>
          <a:p>
            <a:endParaRPr lang="vi-VN"/>
          </a:p>
        </p:txBody>
      </p:sp>
      <p:sp>
        <p:nvSpPr>
          <p:cNvPr id="4" name="Slide Number Placeholder 3">
            <a:extLst>
              <a:ext uri="{FF2B5EF4-FFF2-40B4-BE49-F238E27FC236}">
                <a16:creationId xmlns:a16="http://schemas.microsoft.com/office/drawing/2014/main" id="{044C3D07-E6B5-1343-DAAB-23AA4A61623F}"/>
              </a:ext>
            </a:extLst>
          </p:cNvPr>
          <p:cNvSpPr>
            <a:spLocks noGrp="1"/>
          </p:cNvSpPr>
          <p:nvPr>
            <p:ph type="sldNum" sz="quarter" idx="12"/>
          </p:nvPr>
        </p:nvSpPr>
        <p:spPr/>
        <p:txBody>
          <a:bodyPr/>
          <a:lstStyle/>
          <a:p>
            <a:fld id="{9EA0BE3B-158A-4EDF-80DC-E394A0D1600F}" type="slidenum">
              <a:rPr lang="en-US" smtClean="0"/>
              <a:pPr/>
              <a:t>15</a:t>
            </a:fld>
            <a:endParaRPr lang="en-US"/>
          </a:p>
        </p:txBody>
      </p:sp>
    </p:spTree>
    <p:extLst>
      <p:ext uri="{BB962C8B-B14F-4D97-AF65-F5344CB8AC3E}">
        <p14:creationId xmlns:p14="http://schemas.microsoft.com/office/powerpoint/2010/main" val="2892548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6323A-1DE8-9238-5272-961875692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513141-F9B7-DF68-8406-DB1FAF4FB5C9}"/>
              </a:ext>
            </a:extLst>
          </p:cNvPr>
          <p:cNvSpPr>
            <a:spLocks noGrp="1"/>
          </p:cNvSpPr>
          <p:nvPr>
            <p:ph type="title"/>
          </p:nvPr>
        </p:nvSpPr>
        <p:spPr/>
        <p:txBody>
          <a:bodyPr/>
          <a:lstStyle/>
          <a:p>
            <a:r>
              <a:rPr lang="vi-VN"/>
              <a:t>3. Thành phần cốt lõi của ứng dụng - mô hình StarGAN </a:t>
            </a:r>
            <a:endParaRPr lang="en-US"/>
          </a:p>
        </p:txBody>
      </p:sp>
      <p:sp>
        <p:nvSpPr>
          <p:cNvPr id="3" name="Text Placeholder 2">
            <a:extLst>
              <a:ext uri="{FF2B5EF4-FFF2-40B4-BE49-F238E27FC236}">
                <a16:creationId xmlns:a16="http://schemas.microsoft.com/office/drawing/2014/main" id="{038AD567-95FE-B8BB-6A65-4DB994B58555}"/>
              </a:ext>
            </a:extLst>
          </p:cNvPr>
          <p:cNvSpPr>
            <a:spLocks noGrp="1"/>
          </p:cNvSpPr>
          <p:nvPr>
            <p:ph type="body" sz="quarter" idx="13"/>
          </p:nvPr>
        </p:nvSpPr>
        <p:spPr/>
        <p:txBody>
          <a:bodyPr/>
          <a:lstStyle/>
          <a:p>
            <a:pPr marL="0" indent="0">
              <a:buNone/>
            </a:pPr>
            <a:r>
              <a:rPr lang="vi-VN"/>
              <a:t>c) Đánh giá mô hình</a:t>
            </a:r>
            <a:br>
              <a:rPr lang="vi-VN"/>
            </a:br>
            <a:r>
              <a:rPr lang="vi-VN" sz="100"/>
              <a:t> </a:t>
            </a:r>
          </a:p>
          <a:p>
            <a:pPr marL="0" indent="0">
              <a:buNone/>
            </a:pPr>
            <a:r>
              <a:rPr lang="vi-VN">
                <a:sym typeface="Wingdings" panose="05000000000000000000" pitchFamily="2" charset="2"/>
              </a:rPr>
              <a:t></a:t>
            </a:r>
            <a:r>
              <a:rPr lang="vi-VN"/>
              <a:t>Đánh giá định tính:</a:t>
            </a:r>
          </a:p>
          <a:p>
            <a:pPr marL="0" indent="0">
              <a:buNone/>
            </a:pPr>
            <a:endParaRPr lang="vi-VN"/>
          </a:p>
        </p:txBody>
      </p:sp>
      <p:sp>
        <p:nvSpPr>
          <p:cNvPr id="4" name="Slide Number Placeholder 3">
            <a:extLst>
              <a:ext uri="{FF2B5EF4-FFF2-40B4-BE49-F238E27FC236}">
                <a16:creationId xmlns:a16="http://schemas.microsoft.com/office/drawing/2014/main" id="{1B66AE5A-BDFE-B82F-8BD0-F9A18D744039}"/>
              </a:ext>
            </a:extLst>
          </p:cNvPr>
          <p:cNvSpPr>
            <a:spLocks noGrp="1"/>
          </p:cNvSpPr>
          <p:nvPr>
            <p:ph type="sldNum" sz="quarter" idx="12"/>
          </p:nvPr>
        </p:nvSpPr>
        <p:spPr/>
        <p:txBody>
          <a:bodyPr/>
          <a:lstStyle/>
          <a:p>
            <a:fld id="{9EA0BE3B-158A-4EDF-80DC-E394A0D1600F}" type="slidenum">
              <a:rPr lang="en-US" smtClean="0"/>
              <a:pPr/>
              <a:t>16</a:t>
            </a:fld>
            <a:endParaRPr lang="en-US"/>
          </a:p>
        </p:txBody>
      </p:sp>
      <p:pic>
        <p:nvPicPr>
          <p:cNvPr id="5" name="Hình ảnh 4">
            <a:extLst>
              <a:ext uri="{FF2B5EF4-FFF2-40B4-BE49-F238E27FC236}">
                <a16:creationId xmlns:a16="http://schemas.microsoft.com/office/drawing/2014/main" id="{8B072A66-CF81-56B1-B555-00F61EED1CCA}"/>
              </a:ext>
            </a:extLst>
          </p:cNvPr>
          <p:cNvPicPr>
            <a:picLocks noChangeAspect="1"/>
          </p:cNvPicPr>
          <p:nvPr/>
        </p:nvPicPr>
        <p:blipFill>
          <a:blip r:embed="rId2"/>
          <a:stretch>
            <a:fillRect/>
          </a:stretch>
        </p:blipFill>
        <p:spPr>
          <a:xfrm>
            <a:off x="217685" y="2640781"/>
            <a:ext cx="11808060" cy="2605474"/>
          </a:xfrm>
          <a:prstGeom prst="rect">
            <a:avLst/>
          </a:prstGeom>
        </p:spPr>
      </p:pic>
    </p:spTree>
    <p:extLst>
      <p:ext uri="{BB962C8B-B14F-4D97-AF65-F5344CB8AC3E}">
        <p14:creationId xmlns:p14="http://schemas.microsoft.com/office/powerpoint/2010/main" val="490298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DA76A-C23A-81D7-8382-7FE494D9E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00F6C-B4DD-ECCF-FD54-43F95A47DE16}"/>
              </a:ext>
            </a:extLst>
          </p:cNvPr>
          <p:cNvSpPr>
            <a:spLocks noGrp="1"/>
          </p:cNvSpPr>
          <p:nvPr>
            <p:ph type="title"/>
          </p:nvPr>
        </p:nvSpPr>
        <p:spPr/>
        <p:txBody>
          <a:bodyPr/>
          <a:lstStyle/>
          <a:p>
            <a:r>
              <a:rPr lang="vi-VN"/>
              <a:t>3. Thành phần cốt lõi của ứng dụng - mô hình StarGAN </a:t>
            </a:r>
            <a:endParaRPr lang="en-US"/>
          </a:p>
        </p:txBody>
      </p:sp>
      <p:sp>
        <p:nvSpPr>
          <p:cNvPr id="3" name="Text Placeholder 2">
            <a:extLst>
              <a:ext uri="{FF2B5EF4-FFF2-40B4-BE49-F238E27FC236}">
                <a16:creationId xmlns:a16="http://schemas.microsoft.com/office/drawing/2014/main" id="{1A21D22A-D250-3EDA-7B0E-0AC1E2861929}"/>
              </a:ext>
            </a:extLst>
          </p:cNvPr>
          <p:cNvSpPr>
            <a:spLocks noGrp="1"/>
          </p:cNvSpPr>
          <p:nvPr>
            <p:ph type="body" sz="quarter" idx="13"/>
          </p:nvPr>
        </p:nvSpPr>
        <p:spPr>
          <a:xfrm>
            <a:off x="337539" y="886692"/>
            <a:ext cx="11515725" cy="5084532"/>
          </a:xfrm>
        </p:spPr>
        <p:txBody>
          <a:bodyPr/>
          <a:lstStyle/>
          <a:p>
            <a:pPr marL="0" indent="0">
              <a:buNone/>
            </a:pPr>
            <a:r>
              <a:rPr lang="vi-VN"/>
              <a:t>c) Đánh giá mô hình</a:t>
            </a:r>
            <a:br>
              <a:rPr lang="vi-VN"/>
            </a:br>
            <a:r>
              <a:rPr lang="vi-VN" sz="400"/>
              <a:t> </a:t>
            </a:r>
            <a:br>
              <a:rPr lang="vi-VN"/>
            </a:br>
            <a:r>
              <a:rPr lang="vi-VN" sz="100"/>
              <a:t> </a:t>
            </a:r>
          </a:p>
          <a:p>
            <a:pPr marL="0" indent="0">
              <a:buNone/>
            </a:pPr>
            <a:r>
              <a:rPr lang="vi-VN">
                <a:sym typeface="Wingdings" panose="05000000000000000000" pitchFamily="2" charset="2"/>
              </a:rPr>
              <a:t>Đánh giá định lượng:</a:t>
            </a:r>
          </a:p>
          <a:p>
            <a:pPr marL="0" indent="0">
              <a:buNone/>
            </a:pPr>
            <a:endParaRPr lang="vi-VN"/>
          </a:p>
        </p:txBody>
      </p:sp>
      <p:sp>
        <p:nvSpPr>
          <p:cNvPr id="4" name="Slide Number Placeholder 3">
            <a:extLst>
              <a:ext uri="{FF2B5EF4-FFF2-40B4-BE49-F238E27FC236}">
                <a16:creationId xmlns:a16="http://schemas.microsoft.com/office/drawing/2014/main" id="{C41ECE01-547C-BC6C-AB2F-140BA4E31871}"/>
              </a:ext>
            </a:extLst>
          </p:cNvPr>
          <p:cNvSpPr>
            <a:spLocks noGrp="1"/>
          </p:cNvSpPr>
          <p:nvPr>
            <p:ph type="sldNum" sz="quarter" idx="12"/>
          </p:nvPr>
        </p:nvSpPr>
        <p:spPr/>
        <p:txBody>
          <a:bodyPr/>
          <a:lstStyle/>
          <a:p>
            <a:fld id="{9EA0BE3B-158A-4EDF-80DC-E394A0D1600F}" type="slidenum">
              <a:rPr lang="en-US" smtClean="0"/>
              <a:pPr/>
              <a:t>17</a:t>
            </a:fld>
            <a:endParaRPr lang="en-US"/>
          </a:p>
        </p:txBody>
      </p:sp>
      <p:pic>
        <p:nvPicPr>
          <p:cNvPr id="6" name="Hình ảnh 5">
            <a:extLst>
              <a:ext uri="{FF2B5EF4-FFF2-40B4-BE49-F238E27FC236}">
                <a16:creationId xmlns:a16="http://schemas.microsoft.com/office/drawing/2014/main" id="{219163B1-A1C1-1C2E-105C-D8D726F33EA6}"/>
              </a:ext>
            </a:extLst>
          </p:cNvPr>
          <p:cNvPicPr>
            <a:picLocks noChangeAspect="1"/>
          </p:cNvPicPr>
          <p:nvPr/>
        </p:nvPicPr>
        <p:blipFill>
          <a:blip r:embed="rId2"/>
          <a:stretch>
            <a:fillRect/>
          </a:stretch>
        </p:blipFill>
        <p:spPr>
          <a:xfrm>
            <a:off x="6233889" y="2283814"/>
            <a:ext cx="5927069" cy="3029647"/>
          </a:xfrm>
          <a:prstGeom prst="rect">
            <a:avLst/>
          </a:prstGeom>
        </p:spPr>
      </p:pic>
      <p:pic>
        <p:nvPicPr>
          <p:cNvPr id="8" name="Hình ảnh 7">
            <a:extLst>
              <a:ext uri="{FF2B5EF4-FFF2-40B4-BE49-F238E27FC236}">
                <a16:creationId xmlns:a16="http://schemas.microsoft.com/office/drawing/2014/main" id="{A6EFA270-1417-9045-5965-0748C7207FBA}"/>
              </a:ext>
            </a:extLst>
          </p:cNvPr>
          <p:cNvPicPr>
            <a:picLocks noChangeAspect="1"/>
          </p:cNvPicPr>
          <p:nvPr/>
        </p:nvPicPr>
        <p:blipFill>
          <a:blip r:embed="rId3"/>
          <a:stretch>
            <a:fillRect/>
          </a:stretch>
        </p:blipFill>
        <p:spPr>
          <a:xfrm>
            <a:off x="157569" y="2283814"/>
            <a:ext cx="6012322" cy="3029647"/>
          </a:xfrm>
          <a:prstGeom prst="rect">
            <a:avLst/>
          </a:prstGeom>
        </p:spPr>
      </p:pic>
    </p:spTree>
    <p:extLst>
      <p:ext uri="{BB962C8B-B14F-4D97-AF65-F5344CB8AC3E}">
        <p14:creationId xmlns:p14="http://schemas.microsoft.com/office/powerpoint/2010/main" val="2593657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C23A2-0364-8492-3717-6DD89D977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C237F-F8AC-5ADF-CF4E-90DED51E3BF5}"/>
              </a:ext>
            </a:extLst>
          </p:cNvPr>
          <p:cNvSpPr>
            <a:spLocks noGrp="1"/>
          </p:cNvSpPr>
          <p:nvPr>
            <p:ph type="title"/>
          </p:nvPr>
        </p:nvSpPr>
        <p:spPr/>
        <p:txBody>
          <a:bodyPr/>
          <a:lstStyle/>
          <a:p>
            <a:r>
              <a:rPr lang="vi-VN"/>
              <a:t>4. Triển khai ứng dụng</a:t>
            </a:r>
            <a:endParaRPr lang="en-US"/>
          </a:p>
        </p:txBody>
      </p:sp>
      <p:sp>
        <p:nvSpPr>
          <p:cNvPr id="3" name="Text Placeholder 2">
            <a:extLst>
              <a:ext uri="{FF2B5EF4-FFF2-40B4-BE49-F238E27FC236}">
                <a16:creationId xmlns:a16="http://schemas.microsoft.com/office/drawing/2014/main" id="{FD5EBAC3-091C-1627-7951-EDB8E39FAFA6}"/>
              </a:ext>
            </a:extLst>
          </p:cNvPr>
          <p:cNvSpPr>
            <a:spLocks noGrp="1"/>
          </p:cNvSpPr>
          <p:nvPr>
            <p:ph type="body" sz="quarter" idx="13"/>
          </p:nvPr>
        </p:nvSpPr>
        <p:spPr>
          <a:xfrm>
            <a:off x="337539" y="883920"/>
            <a:ext cx="11515725" cy="5087303"/>
          </a:xfrm>
        </p:spPr>
        <p:txBody>
          <a:bodyPr/>
          <a:lstStyle/>
          <a:p>
            <a:pPr marL="0" indent="0">
              <a:buNone/>
            </a:pPr>
            <a:r>
              <a:rPr lang="vi-VN"/>
              <a:t>a) Chatbot ứng dụng </a:t>
            </a:r>
            <a:endParaRPr lang="en-US"/>
          </a:p>
        </p:txBody>
      </p:sp>
      <p:sp>
        <p:nvSpPr>
          <p:cNvPr id="4" name="Slide Number Placeholder 3">
            <a:extLst>
              <a:ext uri="{FF2B5EF4-FFF2-40B4-BE49-F238E27FC236}">
                <a16:creationId xmlns:a16="http://schemas.microsoft.com/office/drawing/2014/main" id="{8DA5849C-6082-005A-77E2-C33602488B02}"/>
              </a:ext>
            </a:extLst>
          </p:cNvPr>
          <p:cNvSpPr>
            <a:spLocks noGrp="1"/>
          </p:cNvSpPr>
          <p:nvPr>
            <p:ph type="sldNum" sz="quarter" idx="12"/>
          </p:nvPr>
        </p:nvSpPr>
        <p:spPr/>
        <p:txBody>
          <a:bodyPr/>
          <a:lstStyle/>
          <a:p>
            <a:fld id="{9EA0BE3B-158A-4EDF-80DC-E394A0D1600F}" type="slidenum">
              <a:rPr lang="en-US" smtClean="0"/>
              <a:pPr/>
              <a:t>18</a:t>
            </a:fld>
            <a:endParaRPr lang="en-US"/>
          </a:p>
        </p:txBody>
      </p:sp>
      <p:pic>
        <p:nvPicPr>
          <p:cNvPr id="6" name="Hình ảnh 5">
            <a:extLst>
              <a:ext uri="{FF2B5EF4-FFF2-40B4-BE49-F238E27FC236}">
                <a16:creationId xmlns:a16="http://schemas.microsoft.com/office/drawing/2014/main" id="{B279570F-7644-0C65-4687-FBE83C829CEC}"/>
              </a:ext>
            </a:extLst>
          </p:cNvPr>
          <p:cNvPicPr>
            <a:picLocks noChangeAspect="1"/>
          </p:cNvPicPr>
          <p:nvPr/>
        </p:nvPicPr>
        <p:blipFill>
          <a:blip r:embed="rId2"/>
          <a:stretch>
            <a:fillRect/>
          </a:stretch>
        </p:blipFill>
        <p:spPr>
          <a:xfrm>
            <a:off x="2733040" y="1418503"/>
            <a:ext cx="7264399" cy="4813546"/>
          </a:xfrm>
          <a:prstGeom prst="rect">
            <a:avLst/>
          </a:prstGeom>
        </p:spPr>
      </p:pic>
    </p:spTree>
    <p:extLst>
      <p:ext uri="{BB962C8B-B14F-4D97-AF65-F5344CB8AC3E}">
        <p14:creationId xmlns:p14="http://schemas.microsoft.com/office/powerpoint/2010/main" val="1589337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DC41E-BF95-C839-4620-6358E9B4A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E2B44-0F32-5262-7B07-41B4D2693607}"/>
              </a:ext>
            </a:extLst>
          </p:cNvPr>
          <p:cNvSpPr>
            <a:spLocks noGrp="1"/>
          </p:cNvSpPr>
          <p:nvPr>
            <p:ph type="title"/>
          </p:nvPr>
        </p:nvSpPr>
        <p:spPr/>
        <p:txBody>
          <a:bodyPr/>
          <a:lstStyle/>
          <a:p>
            <a:r>
              <a:rPr lang="vi-VN"/>
              <a:t>4. Triển khai ứng dụng</a:t>
            </a:r>
            <a:endParaRPr lang="en-US"/>
          </a:p>
        </p:txBody>
      </p:sp>
      <p:sp>
        <p:nvSpPr>
          <p:cNvPr id="3" name="Text Placeholder 2">
            <a:extLst>
              <a:ext uri="{FF2B5EF4-FFF2-40B4-BE49-F238E27FC236}">
                <a16:creationId xmlns:a16="http://schemas.microsoft.com/office/drawing/2014/main" id="{CF2DF9DE-8E91-E404-45F3-907C6BD50D4C}"/>
              </a:ext>
            </a:extLst>
          </p:cNvPr>
          <p:cNvSpPr>
            <a:spLocks noGrp="1"/>
          </p:cNvSpPr>
          <p:nvPr>
            <p:ph type="body" sz="quarter" idx="13"/>
          </p:nvPr>
        </p:nvSpPr>
        <p:spPr>
          <a:xfrm>
            <a:off x="337539" y="883920"/>
            <a:ext cx="11515725" cy="5087303"/>
          </a:xfrm>
        </p:spPr>
        <p:txBody>
          <a:bodyPr/>
          <a:lstStyle/>
          <a:p>
            <a:pPr marL="0" indent="0">
              <a:buNone/>
            </a:pPr>
            <a:r>
              <a:rPr lang="vi-VN"/>
              <a:t>a) Chatbot ứng dụng </a:t>
            </a:r>
            <a:endParaRPr lang="en-US"/>
          </a:p>
        </p:txBody>
      </p:sp>
      <p:sp>
        <p:nvSpPr>
          <p:cNvPr id="4" name="Slide Number Placeholder 3">
            <a:extLst>
              <a:ext uri="{FF2B5EF4-FFF2-40B4-BE49-F238E27FC236}">
                <a16:creationId xmlns:a16="http://schemas.microsoft.com/office/drawing/2014/main" id="{F17E6D28-01B4-E668-18DD-13D8BC4BAF1B}"/>
              </a:ext>
            </a:extLst>
          </p:cNvPr>
          <p:cNvSpPr>
            <a:spLocks noGrp="1"/>
          </p:cNvSpPr>
          <p:nvPr>
            <p:ph type="sldNum" sz="quarter" idx="12"/>
          </p:nvPr>
        </p:nvSpPr>
        <p:spPr/>
        <p:txBody>
          <a:bodyPr/>
          <a:lstStyle/>
          <a:p>
            <a:fld id="{9EA0BE3B-158A-4EDF-80DC-E394A0D1600F}" type="slidenum">
              <a:rPr lang="en-US" smtClean="0"/>
              <a:pPr/>
              <a:t>19</a:t>
            </a:fld>
            <a:endParaRPr lang="en-US"/>
          </a:p>
        </p:txBody>
      </p:sp>
      <p:pic>
        <p:nvPicPr>
          <p:cNvPr id="7" name="Hình ảnh 6">
            <a:extLst>
              <a:ext uri="{FF2B5EF4-FFF2-40B4-BE49-F238E27FC236}">
                <a16:creationId xmlns:a16="http://schemas.microsoft.com/office/drawing/2014/main" id="{950BDC2C-CFBB-6FA5-1F14-AD7E3D514DD6}"/>
              </a:ext>
            </a:extLst>
          </p:cNvPr>
          <p:cNvPicPr>
            <a:picLocks noChangeAspect="1"/>
          </p:cNvPicPr>
          <p:nvPr/>
        </p:nvPicPr>
        <p:blipFill>
          <a:blip r:embed="rId2"/>
          <a:stretch>
            <a:fillRect/>
          </a:stretch>
        </p:blipFill>
        <p:spPr>
          <a:xfrm>
            <a:off x="2881979" y="1436406"/>
            <a:ext cx="7237381" cy="4795643"/>
          </a:xfrm>
          <a:prstGeom prst="rect">
            <a:avLst/>
          </a:prstGeom>
        </p:spPr>
      </p:pic>
    </p:spTree>
    <p:extLst>
      <p:ext uri="{BB962C8B-B14F-4D97-AF65-F5344CB8AC3E}">
        <p14:creationId xmlns:p14="http://schemas.microsoft.com/office/powerpoint/2010/main" val="3850705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4F999-3E16-F9FE-19F4-A5E609706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F60CB-F482-6466-5FD3-1BB5D699E524}"/>
              </a:ext>
            </a:extLst>
          </p:cNvPr>
          <p:cNvSpPr>
            <a:spLocks noGrp="1"/>
          </p:cNvSpPr>
          <p:nvPr>
            <p:ph type="title"/>
          </p:nvPr>
        </p:nvSpPr>
        <p:spPr/>
        <p:txBody>
          <a:bodyPr/>
          <a:lstStyle/>
          <a:p>
            <a:r>
              <a:rPr lang="vi-VN"/>
              <a:t>4. Triển khai ứng dụng</a:t>
            </a:r>
            <a:endParaRPr lang="en-US"/>
          </a:p>
        </p:txBody>
      </p:sp>
      <p:sp>
        <p:nvSpPr>
          <p:cNvPr id="3" name="Text Placeholder 2">
            <a:extLst>
              <a:ext uri="{FF2B5EF4-FFF2-40B4-BE49-F238E27FC236}">
                <a16:creationId xmlns:a16="http://schemas.microsoft.com/office/drawing/2014/main" id="{D0EEE318-A7FE-E88A-56DB-EBEAD8C30052}"/>
              </a:ext>
            </a:extLst>
          </p:cNvPr>
          <p:cNvSpPr>
            <a:spLocks noGrp="1"/>
          </p:cNvSpPr>
          <p:nvPr>
            <p:ph type="body" sz="quarter" idx="13"/>
          </p:nvPr>
        </p:nvSpPr>
        <p:spPr>
          <a:xfrm>
            <a:off x="337539" y="883920"/>
            <a:ext cx="11515725" cy="5087303"/>
          </a:xfrm>
        </p:spPr>
        <p:txBody>
          <a:bodyPr/>
          <a:lstStyle/>
          <a:p>
            <a:pPr marL="0" indent="0">
              <a:buNone/>
            </a:pPr>
            <a:r>
              <a:rPr lang="vi-VN"/>
              <a:t>a) Chatbot ứng dụng </a:t>
            </a:r>
            <a:endParaRPr lang="en-US"/>
          </a:p>
        </p:txBody>
      </p:sp>
      <p:sp>
        <p:nvSpPr>
          <p:cNvPr id="4" name="Slide Number Placeholder 3">
            <a:extLst>
              <a:ext uri="{FF2B5EF4-FFF2-40B4-BE49-F238E27FC236}">
                <a16:creationId xmlns:a16="http://schemas.microsoft.com/office/drawing/2014/main" id="{EFC70C5C-7FE6-4497-8F68-7ADFF78DF5CF}"/>
              </a:ext>
            </a:extLst>
          </p:cNvPr>
          <p:cNvSpPr>
            <a:spLocks noGrp="1"/>
          </p:cNvSpPr>
          <p:nvPr>
            <p:ph type="sldNum" sz="quarter" idx="12"/>
          </p:nvPr>
        </p:nvSpPr>
        <p:spPr/>
        <p:txBody>
          <a:bodyPr/>
          <a:lstStyle/>
          <a:p>
            <a:fld id="{9EA0BE3B-158A-4EDF-80DC-E394A0D1600F}" type="slidenum">
              <a:rPr lang="en-US" smtClean="0"/>
              <a:pPr/>
              <a:t>20</a:t>
            </a:fld>
            <a:endParaRPr lang="en-US"/>
          </a:p>
        </p:txBody>
      </p:sp>
      <p:pic>
        <p:nvPicPr>
          <p:cNvPr id="5" name="Hình ảnh 4">
            <a:extLst>
              <a:ext uri="{FF2B5EF4-FFF2-40B4-BE49-F238E27FC236}">
                <a16:creationId xmlns:a16="http://schemas.microsoft.com/office/drawing/2014/main" id="{5B6C81E1-5F2F-EBAB-8AD8-4F51449C0AC6}"/>
              </a:ext>
            </a:extLst>
          </p:cNvPr>
          <p:cNvPicPr>
            <a:picLocks noChangeAspect="1"/>
          </p:cNvPicPr>
          <p:nvPr/>
        </p:nvPicPr>
        <p:blipFill>
          <a:blip r:embed="rId2"/>
          <a:stretch>
            <a:fillRect/>
          </a:stretch>
        </p:blipFill>
        <p:spPr>
          <a:xfrm>
            <a:off x="497840" y="1625599"/>
            <a:ext cx="5129403" cy="4274502"/>
          </a:xfrm>
          <a:prstGeom prst="rect">
            <a:avLst/>
          </a:prstGeom>
        </p:spPr>
      </p:pic>
      <p:pic>
        <p:nvPicPr>
          <p:cNvPr id="7" name="Hình ảnh 6">
            <a:extLst>
              <a:ext uri="{FF2B5EF4-FFF2-40B4-BE49-F238E27FC236}">
                <a16:creationId xmlns:a16="http://schemas.microsoft.com/office/drawing/2014/main" id="{5722AE44-BA73-F27C-3866-59DB0206DF0B}"/>
              </a:ext>
            </a:extLst>
          </p:cNvPr>
          <p:cNvPicPr>
            <a:picLocks noChangeAspect="1"/>
          </p:cNvPicPr>
          <p:nvPr/>
        </p:nvPicPr>
        <p:blipFill>
          <a:blip r:embed="rId3"/>
          <a:stretch>
            <a:fillRect/>
          </a:stretch>
        </p:blipFill>
        <p:spPr>
          <a:xfrm>
            <a:off x="5982146" y="1625599"/>
            <a:ext cx="5917565" cy="4165277"/>
          </a:xfrm>
          <a:prstGeom prst="rect">
            <a:avLst/>
          </a:prstGeom>
        </p:spPr>
      </p:pic>
    </p:spTree>
    <p:extLst>
      <p:ext uri="{BB962C8B-B14F-4D97-AF65-F5344CB8AC3E}">
        <p14:creationId xmlns:p14="http://schemas.microsoft.com/office/powerpoint/2010/main" val="2663657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9C829-3086-8BBF-3912-373600D90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53AADE-F44B-0B8F-6291-85DE9E3EAFDB}"/>
              </a:ext>
            </a:extLst>
          </p:cNvPr>
          <p:cNvSpPr>
            <a:spLocks noGrp="1"/>
          </p:cNvSpPr>
          <p:nvPr>
            <p:ph type="title"/>
          </p:nvPr>
        </p:nvSpPr>
        <p:spPr/>
        <p:txBody>
          <a:bodyPr/>
          <a:lstStyle/>
          <a:p>
            <a:r>
              <a:rPr lang="vi-VN"/>
              <a:t>4. Triển khai ứng dụng</a:t>
            </a:r>
            <a:endParaRPr lang="en-US"/>
          </a:p>
        </p:txBody>
      </p:sp>
      <p:sp>
        <p:nvSpPr>
          <p:cNvPr id="3" name="Text Placeholder 2">
            <a:extLst>
              <a:ext uri="{FF2B5EF4-FFF2-40B4-BE49-F238E27FC236}">
                <a16:creationId xmlns:a16="http://schemas.microsoft.com/office/drawing/2014/main" id="{86B294FF-935E-79DF-9BC4-F49A6C64B1FB}"/>
              </a:ext>
            </a:extLst>
          </p:cNvPr>
          <p:cNvSpPr>
            <a:spLocks noGrp="1"/>
          </p:cNvSpPr>
          <p:nvPr>
            <p:ph type="body" sz="quarter" idx="13"/>
          </p:nvPr>
        </p:nvSpPr>
        <p:spPr>
          <a:xfrm>
            <a:off x="337539" y="883920"/>
            <a:ext cx="11515725" cy="5087303"/>
          </a:xfrm>
        </p:spPr>
        <p:txBody>
          <a:bodyPr/>
          <a:lstStyle/>
          <a:p>
            <a:pPr marL="0" indent="0">
              <a:buNone/>
            </a:pPr>
            <a:r>
              <a:rPr lang="vi-VN"/>
              <a:t>b) Website ứng dụng </a:t>
            </a:r>
            <a:endParaRPr lang="en-US"/>
          </a:p>
        </p:txBody>
      </p:sp>
      <p:sp>
        <p:nvSpPr>
          <p:cNvPr id="4" name="Slide Number Placeholder 3">
            <a:extLst>
              <a:ext uri="{FF2B5EF4-FFF2-40B4-BE49-F238E27FC236}">
                <a16:creationId xmlns:a16="http://schemas.microsoft.com/office/drawing/2014/main" id="{63943468-3D10-BEDD-B9DC-2B2333762E8C}"/>
              </a:ext>
            </a:extLst>
          </p:cNvPr>
          <p:cNvSpPr>
            <a:spLocks noGrp="1"/>
          </p:cNvSpPr>
          <p:nvPr>
            <p:ph type="sldNum" sz="quarter" idx="12"/>
          </p:nvPr>
        </p:nvSpPr>
        <p:spPr/>
        <p:txBody>
          <a:bodyPr/>
          <a:lstStyle/>
          <a:p>
            <a:fld id="{9EA0BE3B-158A-4EDF-80DC-E394A0D1600F}" type="slidenum">
              <a:rPr lang="en-US" smtClean="0"/>
              <a:pPr/>
              <a:t>21</a:t>
            </a:fld>
            <a:endParaRPr lang="en-US"/>
          </a:p>
        </p:txBody>
      </p:sp>
      <p:pic>
        <p:nvPicPr>
          <p:cNvPr id="6" name="Hình ảnh 5">
            <a:extLst>
              <a:ext uri="{FF2B5EF4-FFF2-40B4-BE49-F238E27FC236}">
                <a16:creationId xmlns:a16="http://schemas.microsoft.com/office/drawing/2014/main" id="{2327B26F-B25F-1414-79AA-8FE5942D1A1D}"/>
              </a:ext>
            </a:extLst>
          </p:cNvPr>
          <p:cNvPicPr>
            <a:picLocks noChangeAspect="1"/>
          </p:cNvPicPr>
          <p:nvPr/>
        </p:nvPicPr>
        <p:blipFill>
          <a:blip r:embed="rId2"/>
          <a:stretch>
            <a:fillRect/>
          </a:stretch>
        </p:blipFill>
        <p:spPr>
          <a:xfrm>
            <a:off x="1394691" y="1607127"/>
            <a:ext cx="8937942" cy="4219292"/>
          </a:xfrm>
          <a:prstGeom prst="rect">
            <a:avLst/>
          </a:prstGeom>
        </p:spPr>
      </p:pic>
    </p:spTree>
    <p:extLst>
      <p:ext uri="{BB962C8B-B14F-4D97-AF65-F5344CB8AC3E}">
        <p14:creationId xmlns:p14="http://schemas.microsoft.com/office/powerpoint/2010/main" val="2141762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9A001-CD4D-3B06-0FC0-7962E84B5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E2079-D110-B732-C716-D1CCFA1DC034}"/>
              </a:ext>
            </a:extLst>
          </p:cNvPr>
          <p:cNvSpPr>
            <a:spLocks noGrp="1"/>
          </p:cNvSpPr>
          <p:nvPr>
            <p:ph type="title"/>
          </p:nvPr>
        </p:nvSpPr>
        <p:spPr/>
        <p:txBody>
          <a:bodyPr/>
          <a:lstStyle/>
          <a:p>
            <a:r>
              <a:rPr lang="vi-VN"/>
              <a:t>4. Triển khai ứng dụng</a:t>
            </a:r>
            <a:endParaRPr lang="en-US"/>
          </a:p>
        </p:txBody>
      </p:sp>
      <p:sp>
        <p:nvSpPr>
          <p:cNvPr id="3" name="Text Placeholder 2">
            <a:extLst>
              <a:ext uri="{FF2B5EF4-FFF2-40B4-BE49-F238E27FC236}">
                <a16:creationId xmlns:a16="http://schemas.microsoft.com/office/drawing/2014/main" id="{CFEE44E3-E7C1-C44E-86FE-487BAE696C41}"/>
              </a:ext>
            </a:extLst>
          </p:cNvPr>
          <p:cNvSpPr>
            <a:spLocks noGrp="1"/>
          </p:cNvSpPr>
          <p:nvPr>
            <p:ph type="body" sz="quarter" idx="13"/>
          </p:nvPr>
        </p:nvSpPr>
        <p:spPr>
          <a:xfrm>
            <a:off x="337539" y="883920"/>
            <a:ext cx="11515725" cy="5087303"/>
          </a:xfrm>
        </p:spPr>
        <p:txBody>
          <a:bodyPr/>
          <a:lstStyle/>
          <a:p>
            <a:pPr marL="0" indent="0">
              <a:buNone/>
            </a:pPr>
            <a:r>
              <a:rPr lang="vi-VN"/>
              <a:t>a) Website ứng dụng </a:t>
            </a:r>
            <a:endParaRPr lang="en-US"/>
          </a:p>
        </p:txBody>
      </p:sp>
      <p:sp>
        <p:nvSpPr>
          <p:cNvPr id="4" name="Slide Number Placeholder 3">
            <a:extLst>
              <a:ext uri="{FF2B5EF4-FFF2-40B4-BE49-F238E27FC236}">
                <a16:creationId xmlns:a16="http://schemas.microsoft.com/office/drawing/2014/main" id="{22E07C40-45AA-DA14-0CD4-64FA44CFB32F}"/>
              </a:ext>
            </a:extLst>
          </p:cNvPr>
          <p:cNvSpPr>
            <a:spLocks noGrp="1"/>
          </p:cNvSpPr>
          <p:nvPr>
            <p:ph type="sldNum" sz="quarter" idx="12"/>
          </p:nvPr>
        </p:nvSpPr>
        <p:spPr/>
        <p:txBody>
          <a:bodyPr/>
          <a:lstStyle/>
          <a:p>
            <a:fld id="{9EA0BE3B-158A-4EDF-80DC-E394A0D1600F}" type="slidenum">
              <a:rPr lang="en-US" smtClean="0"/>
              <a:pPr/>
              <a:t>22</a:t>
            </a:fld>
            <a:endParaRPr lang="en-US"/>
          </a:p>
        </p:txBody>
      </p:sp>
      <p:pic>
        <p:nvPicPr>
          <p:cNvPr id="5" name="Hình ảnh 4">
            <a:extLst>
              <a:ext uri="{FF2B5EF4-FFF2-40B4-BE49-F238E27FC236}">
                <a16:creationId xmlns:a16="http://schemas.microsoft.com/office/drawing/2014/main" id="{8F3D3439-8421-1483-A65E-C766152A6050}"/>
              </a:ext>
            </a:extLst>
          </p:cNvPr>
          <p:cNvPicPr>
            <a:picLocks noChangeAspect="1"/>
          </p:cNvPicPr>
          <p:nvPr/>
        </p:nvPicPr>
        <p:blipFill>
          <a:blip r:embed="rId2"/>
          <a:stretch>
            <a:fillRect/>
          </a:stretch>
        </p:blipFill>
        <p:spPr>
          <a:xfrm>
            <a:off x="1727200" y="1625600"/>
            <a:ext cx="8459805" cy="3941920"/>
          </a:xfrm>
          <a:prstGeom prst="rect">
            <a:avLst/>
          </a:prstGeom>
        </p:spPr>
      </p:pic>
    </p:spTree>
    <p:extLst>
      <p:ext uri="{BB962C8B-B14F-4D97-AF65-F5344CB8AC3E}">
        <p14:creationId xmlns:p14="http://schemas.microsoft.com/office/powerpoint/2010/main" val="1877532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3A033-C041-715F-544C-F2B65B446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E0AAD-15A9-9DAD-3E35-FC1161381ABB}"/>
              </a:ext>
            </a:extLst>
          </p:cNvPr>
          <p:cNvSpPr>
            <a:spLocks noGrp="1"/>
          </p:cNvSpPr>
          <p:nvPr>
            <p:ph type="title"/>
          </p:nvPr>
        </p:nvSpPr>
        <p:spPr/>
        <p:txBody>
          <a:bodyPr/>
          <a:lstStyle/>
          <a:p>
            <a:r>
              <a:rPr lang="vi-VN"/>
              <a:t>5. Kết luận</a:t>
            </a:r>
            <a:endParaRPr lang="en-US"/>
          </a:p>
        </p:txBody>
      </p:sp>
      <p:sp>
        <p:nvSpPr>
          <p:cNvPr id="3" name="Text Placeholder 2">
            <a:extLst>
              <a:ext uri="{FF2B5EF4-FFF2-40B4-BE49-F238E27FC236}">
                <a16:creationId xmlns:a16="http://schemas.microsoft.com/office/drawing/2014/main" id="{E98025B6-3408-A16D-4789-EA3528A57E76}"/>
              </a:ext>
            </a:extLst>
          </p:cNvPr>
          <p:cNvSpPr>
            <a:spLocks noGrp="1"/>
          </p:cNvSpPr>
          <p:nvPr>
            <p:ph type="body" sz="quarter" idx="13"/>
          </p:nvPr>
        </p:nvSpPr>
        <p:spPr/>
        <p:txBody>
          <a:bodyPr/>
          <a:lstStyle/>
          <a:p>
            <a:r>
              <a:rPr lang="vi-VN"/>
              <a:t>Kết quả đạt được:</a:t>
            </a:r>
          </a:p>
          <a:p>
            <a:pPr lvl="1"/>
            <a:r>
              <a:rPr lang="vi-VN"/>
              <a:t>Huấn luyện và đánh giá toàn diện mô hình StarGAN</a:t>
            </a:r>
          </a:p>
          <a:p>
            <a:pPr lvl="1"/>
            <a:r>
              <a:rPr lang="vi-VN"/>
              <a:t>Xây dựng thành công ứng dụng sử dụng mô hình</a:t>
            </a:r>
          </a:p>
          <a:p>
            <a:pPr marL="457200" lvl="1" indent="0">
              <a:buNone/>
            </a:pPr>
            <a:r>
              <a:rPr lang="vi-VN" sz="400"/>
              <a:t> </a:t>
            </a:r>
          </a:p>
          <a:p>
            <a:r>
              <a:rPr lang="vi-VN"/>
              <a:t>Hạn chế:</a:t>
            </a:r>
          </a:p>
          <a:p>
            <a:pPr lvl="1"/>
            <a:r>
              <a:rPr lang="vi-VN"/>
              <a:t>Chất lượng ảnh chưa được sắc nét</a:t>
            </a:r>
          </a:p>
          <a:p>
            <a:pPr marL="457200" lvl="1" indent="0">
              <a:buNone/>
            </a:pPr>
            <a:r>
              <a:rPr lang="vi-VN" sz="700"/>
              <a:t> </a:t>
            </a:r>
          </a:p>
          <a:p>
            <a:r>
              <a:rPr lang="vi-VN"/>
              <a:t>Hướng phát triển:</a:t>
            </a:r>
          </a:p>
          <a:p>
            <a:pPr lvl="1"/>
            <a:r>
              <a:rPr lang="en-US"/>
              <a:t>Thử nghiệm các biến thể StarGAN hoặc các mô hình GAN thế hệ mới</a:t>
            </a:r>
          </a:p>
          <a:p>
            <a:pPr lvl="1"/>
            <a:r>
              <a:rPr lang="vi-VN"/>
              <a:t>Cải thiện chức năng, giao diện ứng dụng</a:t>
            </a:r>
            <a:endParaRPr lang="en-US"/>
          </a:p>
        </p:txBody>
      </p:sp>
      <p:sp>
        <p:nvSpPr>
          <p:cNvPr id="4" name="Slide Number Placeholder 3">
            <a:extLst>
              <a:ext uri="{FF2B5EF4-FFF2-40B4-BE49-F238E27FC236}">
                <a16:creationId xmlns:a16="http://schemas.microsoft.com/office/drawing/2014/main" id="{9F039ECC-5558-F0B1-E177-DFC369148586}"/>
              </a:ext>
            </a:extLst>
          </p:cNvPr>
          <p:cNvSpPr>
            <a:spLocks noGrp="1"/>
          </p:cNvSpPr>
          <p:nvPr>
            <p:ph type="sldNum" sz="quarter" idx="12"/>
          </p:nvPr>
        </p:nvSpPr>
        <p:spPr/>
        <p:txBody>
          <a:bodyPr/>
          <a:lstStyle/>
          <a:p>
            <a:fld id="{9EA0BE3B-158A-4EDF-80DC-E394A0D1600F}" type="slidenum">
              <a:rPr lang="en-US" smtClean="0"/>
              <a:pPr/>
              <a:t>23</a:t>
            </a:fld>
            <a:endParaRPr lang="en-US"/>
          </a:p>
        </p:txBody>
      </p:sp>
    </p:spTree>
    <p:extLst>
      <p:ext uri="{BB962C8B-B14F-4D97-AF65-F5344CB8AC3E}">
        <p14:creationId xmlns:p14="http://schemas.microsoft.com/office/powerpoint/2010/main" val="32348195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24</a:t>
            </a:fld>
            <a:endParaRPr lang="en-US"/>
          </a:p>
        </p:txBody>
      </p:sp>
    </p:spTree>
    <p:extLst>
      <p:ext uri="{BB962C8B-B14F-4D97-AF65-F5344CB8AC3E}">
        <p14:creationId xmlns:p14="http://schemas.microsoft.com/office/powerpoint/2010/main" val="27906271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77B94-9AEB-44C7-1BB9-F6E66CBD25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899FEE-E849-704C-FD8B-4837EAB4239B}"/>
              </a:ext>
            </a:extLst>
          </p:cNvPr>
          <p:cNvSpPr>
            <a:spLocks noGrp="1"/>
          </p:cNvSpPr>
          <p:nvPr>
            <p:ph type="title"/>
          </p:nvPr>
        </p:nvSpPr>
        <p:spPr/>
        <p:txBody>
          <a:bodyPr/>
          <a:lstStyle/>
          <a:p>
            <a:r>
              <a:rPr lang="vi-VN"/>
              <a:t>Phụ lục </a:t>
            </a:r>
            <a:endParaRPr lang="en-US"/>
          </a:p>
        </p:txBody>
      </p:sp>
      <p:sp>
        <p:nvSpPr>
          <p:cNvPr id="3" name="Text Placeholder 2">
            <a:extLst>
              <a:ext uri="{FF2B5EF4-FFF2-40B4-BE49-F238E27FC236}">
                <a16:creationId xmlns:a16="http://schemas.microsoft.com/office/drawing/2014/main" id="{D42A7004-3B41-DA91-96C4-EA97D8C3DC3A}"/>
              </a:ext>
            </a:extLst>
          </p:cNvPr>
          <p:cNvSpPr>
            <a:spLocks noGrp="1"/>
          </p:cNvSpPr>
          <p:nvPr>
            <p:ph type="body" sz="quarter" idx="13"/>
          </p:nvPr>
        </p:nvSpPr>
        <p:spPr>
          <a:xfrm>
            <a:off x="337539" y="831274"/>
            <a:ext cx="5758461" cy="5139950"/>
          </a:xfrm>
        </p:spPr>
        <p:txBody>
          <a:bodyPr/>
          <a:lstStyle/>
          <a:p>
            <a:pPr marL="0" indent="0">
              <a:buNone/>
            </a:pPr>
            <a:r>
              <a:rPr lang="vi-VN"/>
              <a:t>17 thuộc tính lần lượt là:</a:t>
            </a:r>
          </a:p>
          <a:p>
            <a:pPr marL="457200" indent="-457200">
              <a:lnSpc>
                <a:spcPct val="100000"/>
              </a:lnSpc>
              <a:buAutoNum type="arabicPeriod"/>
            </a:pPr>
            <a:r>
              <a:rPr lang="vi-VN" sz="2000"/>
              <a:t>Hói Đầu	-	Bald </a:t>
            </a:r>
          </a:p>
          <a:p>
            <a:pPr marL="457200" indent="-457200">
              <a:lnSpc>
                <a:spcPct val="100000"/>
              </a:lnSpc>
              <a:buAutoNum type="arabicPeriod"/>
            </a:pPr>
            <a:r>
              <a:rPr lang="vi-VN" sz="2000"/>
              <a:t>Tóc Mái	- 	Bangs </a:t>
            </a:r>
          </a:p>
          <a:p>
            <a:pPr marL="457200" indent="-457200">
              <a:lnSpc>
                <a:spcPct val="100000"/>
              </a:lnSpc>
              <a:buAutoNum type="arabicPeriod"/>
            </a:pPr>
            <a:r>
              <a:rPr lang="vi-VN" sz="2000"/>
              <a:t>Tóc Đen	-	Black Hair </a:t>
            </a:r>
          </a:p>
          <a:p>
            <a:pPr marL="457200" indent="-457200">
              <a:lnSpc>
                <a:spcPct val="100000"/>
              </a:lnSpc>
              <a:buAutoNum type="arabicPeriod"/>
            </a:pPr>
            <a:r>
              <a:rPr lang="vi-VN" sz="2000"/>
              <a:t>Tóc Vàng	-	Blond Hair </a:t>
            </a:r>
          </a:p>
          <a:p>
            <a:pPr marL="457200" indent="-457200">
              <a:lnSpc>
                <a:spcPct val="100000"/>
              </a:lnSpc>
              <a:buAutoNum type="arabicPeriod"/>
            </a:pPr>
            <a:r>
              <a:rPr lang="vi-VN" sz="2000"/>
              <a:t>Mũm Mĩm	-	Chubby </a:t>
            </a:r>
          </a:p>
          <a:p>
            <a:pPr marL="457200" indent="-457200">
              <a:lnSpc>
                <a:spcPct val="100000"/>
              </a:lnSpc>
              <a:buAutoNum type="arabicPeriod"/>
            </a:pPr>
            <a:r>
              <a:rPr lang="vi-VN" sz="2000"/>
              <a:t>Đeo Kính	-	Eyeglasses </a:t>
            </a:r>
          </a:p>
          <a:p>
            <a:pPr marL="457200" indent="-457200">
              <a:lnSpc>
                <a:spcPct val="100000"/>
              </a:lnSpc>
              <a:buAutoNum type="arabicPeriod"/>
            </a:pPr>
            <a:r>
              <a:rPr lang="vi-VN" sz="2000"/>
              <a:t>Râu Dê	-	Goatee </a:t>
            </a:r>
          </a:p>
          <a:p>
            <a:pPr marL="457200" indent="-457200">
              <a:lnSpc>
                <a:spcPct val="100000"/>
              </a:lnSpc>
              <a:buAutoNum type="arabicPeriod"/>
            </a:pPr>
            <a:r>
              <a:rPr lang="vi-VN" sz="2000"/>
              <a:t>Tóc Bạc	-	Gray Hair </a:t>
            </a:r>
          </a:p>
          <a:p>
            <a:pPr marL="457200" indent="-457200">
              <a:lnSpc>
                <a:spcPct val="100000"/>
              </a:lnSpc>
              <a:buAutoNum type="arabicPeriod"/>
            </a:pPr>
            <a:r>
              <a:rPr lang="vi-VN" sz="2000"/>
              <a:t>Trang Điểm Đậm  -	Heavy Makeup</a:t>
            </a:r>
          </a:p>
          <a:p>
            <a:pPr marL="0" indent="0">
              <a:buNone/>
            </a:pPr>
            <a:endParaRPr lang="en-US"/>
          </a:p>
        </p:txBody>
      </p:sp>
      <p:sp>
        <p:nvSpPr>
          <p:cNvPr id="4" name="Slide Number Placeholder 3">
            <a:extLst>
              <a:ext uri="{FF2B5EF4-FFF2-40B4-BE49-F238E27FC236}">
                <a16:creationId xmlns:a16="http://schemas.microsoft.com/office/drawing/2014/main" id="{8571C098-F743-2D3B-2039-82EF4EB2B975}"/>
              </a:ext>
            </a:extLst>
          </p:cNvPr>
          <p:cNvSpPr>
            <a:spLocks noGrp="1"/>
          </p:cNvSpPr>
          <p:nvPr>
            <p:ph type="sldNum" sz="quarter" idx="12"/>
          </p:nvPr>
        </p:nvSpPr>
        <p:spPr/>
        <p:txBody>
          <a:bodyPr/>
          <a:lstStyle/>
          <a:p>
            <a:fld id="{9EA0BE3B-158A-4EDF-80DC-E394A0D1600F}" type="slidenum">
              <a:rPr lang="en-US" smtClean="0"/>
              <a:pPr/>
              <a:t>25</a:t>
            </a:fld>
            <a:endParaRPr lang="en-US"/>
          </a:p>
        </p:txBody>
      </p:sp>
      <p:sp>
        <p:nvSpPr>
          <p:cNvPr id="25" name="Text Placeholder 2">
            <a:extLst>
              <a:ext uri="{FF2B5EF4-FFF2-40B4-BE49-F238E27FC236}">
                <a16:creationId xmlns:a16="http://schemas.microsoft.com/office/drawing/2014/main" id="{ACD246ED-DB7F-4E24-5B0F-426BC24F2314}"/>
              </a:ext>
            </a:extLst>
          </p:cNvPr>
          <p:cNvSpPr txBox="1">
            <a:spLocks/>
          </p:cNvSpPr>
          <p:nvPr/>
        </p:nvSpPr>
        <p:spPr>
          <a:xfrm>
            <a:off x="6206836" y="831274"/>
            <a:ext cx="5798828" cy="52923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vi-VN"/>
              <a:t> </a:t>
            </a:r>
          </a:p>
          <a:p>
            <a:pPr marL="0" indent="0">
              <a:lnSpc>
                <a:spcPct val="100000"/>
              </a:lnSpc>
              <a:buNone/>
            </a:pPr>
            <a:r>
              <a:rPr lang="vi-VN" sz="2000"/>
              <a:t>10. Nam Giới	-	Male </a:t>
            </a:r>
          </a:p>
          <a:p>
            <a:pPr marL="0" indent="0">
              <a:lnSpc>
                <a:spcPct val="100000"/>
              </a:lnSpc>
              <a:buNone/>
            </a:pPr>
            <a:r>
              <a:rPr lang="vi-VN" sz="2000"/>
              <a:t>11. Miệng Hơi Mở    -	Mouth Slightly Open </a:t>
            </a:r>
          </a:p>
          <a:p>
            <a:pPr marL="0" indent="0">
              <a:lnSpc>
                <a:spcPct val="100000"/>
              </a:lnSpc>
              <a:buNone/>
            </a:pPr>
            <a:r>
              <a:rPr lang="vi-VN" sz="2000"/>
              <a:t>12. Râu Mép	-	Mustache </a:t>
            </a:r>
          </a:p>
          <a:p>
            <a:pPr marL="0" indent="0">
              <a:lnSpc>
                <a:spcPct val="100000"/>
              </a:lnSpc>
              <a:buNone/>
            </a:pPr>
            <a:r>
              <a:rPr lang="vi-VN" sz="2000"/>
              <a:t>13. Không Râu	-	No Beard </a:t>
            </a:r>
          </a:p>
          <a:p>
            <a:pPr marL="0" indent="0">
              <a:lnSpc>
                <a:spcPct val="100000"/>
              </a:lnSpc>
              <a:buNone/>
            </a:pPr>
            <a:r>
              <a:rPr lang="vi-VN" sz="2000"/>
              <a:t>14. Da Nhợt Nhạt    -	Pale Skin </a:t>
            </a:r>
          </a:p>
          <a:p>
            <a:pPr marL="0" indent="0">
              <a:lnSpc>
                <a:spcPct val="100000"/>
              </a:lnSpc>
              <a:buNone/>
            </a:pPr>
            <a:r>
              <a:rPr lang="vi-VN" sz="2000"/>
              <a:t>15. Má Hồng	-	Rosy Cheeks </a:t>
            </a:r>
          </a:p>
          <a:p>
            <a:pPr marL="0" indent="0">
              <a:lnSpc>
                <a:spcPct val="100000"/>
              </a:lnSpc>
              <a:buNone/>
            </a:pPr>
            <a:r>
              <a:rPr lang="vi-VN" sz="2000"/>
              <a:t>16. Mỉm Cười	-	Smiling </a:t>
            </a:r>
          </a:p>
          <a:p>
            <a:pPr marL="0" indent="0">
              <a:lnSpc>
                <a:spcPct val="100000"/>
              </a:lnSpc>
              <a:buNone/>
            </a:pPr>
            <a:r>
              <a:rPr lang="vi-VN" sz="2000"/>
              <a:t>17. Đánh Son	-	Wearing Lipstick</a:t>
            </a:r>
          </a:p>
          <a:p>
            <a:pPr marL="0" indent="0">
              <a:buFont typeface="Arial" panose="020B0604020202020204" pitchFamily="34" charset="0"/>
              <a:buNone/>
            </a:pPr>
            <a:endParaRPr lang="en-US"/>
          </a:p>
        </p:txBody>
      </p:sp>
    </p:spTree>
    <p:extLst>
      <p:ext uri="{BB962C8B-B14F-4D97-AF65-F5344CB8AC3E}">
        <p14:creationId xmlns:p14="http://schemas.microsoft.com/office/powerpoint/2010/main" val="1464057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0B10F-746C-DDE7-AF81-29C32EE817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BFFB9-83A2-D69D-EC5A-8F1C5429F42E}"/>
              </a:ext>
            </a:extLst>
          </p:cNvPr>
          <p:cNvSpPr>
            <a:spLocks noGrp="1"/>
          </p:cNvSpPr>
          <p:nvPr>
            <p:ph type="title"/>
          </p:nvPr>
        </p:nvSpPr>
        <p:spPr/>
        <p:txBody>
          <a:bodyPr/>
          <a:lstStyle/>
          <a:p>
            <a:r>
              <a:rPr lang="vi-VN"/>
              <a:t>Phụ lục </a:t>
            </a:r>
            <a:endParaRPr lang="en-US"/>
          </a:p>
        </p:txBody>
      </p:sp>
      <p:sp>
        <p:nvSpPr>
          <p:cNvPr id="4" name="Slide Number Placeholder 3">
            <a:extLst>
              <a:ext uri="{FF2B5EF4-FFF2-40B4-BE49-F238E27FC236}">
                <a16:creationId xmlns:a16="http://schemas.microsoft.com/office/drawing/2014/main" id="{859CE0FC-9126-5BD5-CE5B-6E22D055CAB0}"/>
              </a:ext>
            </a:extLst>
          </p:cNvPr>
          <p:cNvSpPr>
            <a:spLocks noGrp="1"/>
          </p:cNvSpPr>
          <p:nvPr>
            <p:ph type="sldNum" sz="quarter" idx="12"/>
          </p:nvPr>
        </p:nvSpPr>
        <p:spPr/>
        <p:txBody>
          <a:bodyPr/>
          <a:lstStyle/>
          <a:p>
            <a:fld id="{9EA0BE3B-158A-4EDF-80DC-E394A0D1600F}" type="slidenum">
              <a:rPr lang="en-US" smtClean="0"/>
              <a:pPr/>
              <a:t>26</a:t>
            </a:fld>
            <a:endParaRPr lang="en-US"/>
          </a:p>
        </p:txBody>
      </p:sp>
      <p:pic>
        <p:nvPicPr>
          <p:cNvPr id="6" name="Hình ảnh 5" descr="Ảnh có chứa văn bản, đen và trắng, Phông chữ, ảnh chụp màn hình&#10;&#10;Nội dung do AI tạo ra có thể không chính xác.">
            <a:extLst>
              <a:ext uri="{FF2B5EF4-FFF2-40B4-BE49-F238E27FC236}">
                <a16:creationId xmlns:a16="http://schemas.microsoft.com/office/drawing/2014/main" id="{49FB3A15-4055-4D38-88B4-39DA0B7F49E4}"/>
              </a:ext>
            </a:extLst>
          </p:cNvPr>
          <p:cNvPicPr>
            <a:picLocks noChangeAspect="1"/>
          </p:cNvPicPr>
          <p:nvPr/>
        </p:nvPicPr>
        <p:blipFill>
          <a:blip r:embed="rId2"/>
          <a:stretch>
            <a:fillRect/>
          </a:stretch>
        </p:blipFill>
        <p:spPr>
          <a:xfrm>
            <a:off x="259623" y="1195078"/>
            <a:ext cx="11672753" cy="4816427"/>
          </a:xfrm>
          <a:prstGeom prst="rect">
            <a:avLst/>
          </a:prstGeom>
        </p:spPr>
      </p:pic>
    </p:spTree>
    <p:extLst>
      <p:ext uri="{BB962C8B-B14F-4D97-AF65-F5344CB8AC3E}">
        <p14:creationId xmlns:p14="http://schemas.microsoft.com/office/powerpoint/2010/main" val="4096405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DB9F2-203B-A82D-C155-B50AD8569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05856-6E70-28D3-3CA7-FC4FC2345A81}"/>
              </a:ext>
            </a:extLst>
          </p:cNvPr>
          <p:cNvSpPr>
            <a:spLocks noGrp="1"/>
          </p:cNvSpPr>
          <p:nvPr>
            <p:ph type="title"/>
          </p:nvPr>
        </p:nvSpPr>
        <p:spPr/>
        <p:txBody>
          <a:bodyPr/>
          <a:lstStyle/>
          <a:p>
            <a:r>
              <a:rPr lang="vi-VN"/>
              <a:t>Phụ lục </a:t>
            </a:r>
            <a:endParaRPr lang="en-US"/>
          </a:p>
        </p:txBody>
      </p:sp>
      <p:sp>
        <p:nvSpPr>
          <p:cNvPr id="4" name="Slide Number Placeholder 3">
            <a:extLst>
              <a:ext uri="{FF2B5EF4-FFF2-40B4-BE49-F238E27FC236}">
                <a16:creationId xmlns:a16="http://schemas.microsoft.com/office/drawing/2014/main" id="{861E7099-09FB-FD25-11BC-7231E1A5B484}"/>
              </a:ext>
            </a:extLst>
          </p:cNvPr>
          <p:cNvSpPr>
            <a:spLocks noGrp="1"/>
          </p:cNvSpPr>
          <p:nvPr>
            <p:ph type="sldNum" sz="quarter" idx="12"/>
          </p:nvPr>
        </p:nvSpPr>
        <p:spPr/>
        <p:txBody>
          <a:bodyPr/>
          <a:lstStyle/>
          <a:p>
            <a:fld id="{9EA0BE3B-158A-4EDF-80DC-E394A0D1600F}" type="slidenum">
              <a:rPr lang="en-US" smtClean="0"/>
              <a:pPr/>
              <a:t>27</a:t>
            </a:fld>
            <a:endParaRPr lang="en-US"/>
          </a:p>
        </p:txBody>
      </p:sp>
      <p:pic>
        <p:nvPicPr>
          <p:cNvPr id="7" name="Hình ảnh 6" descr="Ảnh có chứa văn bản, ảnh chụp màn hình, đen và trắng, Phông chữ&#10;&#10;Nội dung do AI tạo ra có thể không chính xác.">
            <a:extLst>
              <a:ext uri="{FF2B5EF4-FFF2-40B4-BE49-F238E27FC236}">
                <a16:creationId xmlns:a16="http://schemas.microsoft.com/office/drawing/2014/main" id="{4BA9C404-F2FF-86CC-5538-C921B96D8C52}"/>
              </a:ext>
            </a:extLst>
          </p:cNvPr>
          <p:cNvPicPr>
            <a:picLocks noChangeAspect="1"/>
          </p:cNvPicPr>
          <p:nvPr/>
        </p:nvPicPr>
        <p:blipFill>
          <a:blip r:embed="rId2"/>
          <a:stretch>
            <a:fillRect/>
          </a:stretch>
        </p:blipFill>
        <p:spPr>
          <a:xfrm>
            <a:off x="563418" y="1099127"/>
            <a:ext cx="11446981" cy="4964375"/>
          </a:xfrm>
          <a:prstGeom prst="rect">
            <a:avLst/>
          </a:prstGeom>
        </p:spPr>
      </p:pic>
    </p:spTree>
    <p:extLst>
      <p:ext uri="{BB962C8B-B14F-4D97-AF65-F5344CB8AC3E}">
        <p14:creationId xmlns:p14="http://schemas.microsoft.com/office/powerpoint/2010/main" val="3143502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TotalTime>
  <Words>1154</Words>
  <Application>Microsoft Office PowerPoint</Application>
  <PresentationFormat>Màn hình rộng</PresentationFormat>
  <Paragraphs>166</Paragraphs>
  <Slides>27</Slides>
  <Notes>5</Notes>
  <HiddenSlides>0</HiddenSlides>
  <MMClips>0</MMClips>
  <ScaleCrop>false</ScaleCrop>
  <HeadingPairs>
    <vt:vector size="6" baseType="variant">
      <vt:variant>
        <vt:lpstr>Phông được Dùng</vt:lpstr>
      </vt:variant>
      <vt:variant>
        <vt:i4>4</vt:i4>
      </vt:variant>
      <vt:variant>
        <vt:lpstr>Chủ đề</vt:lpstr>
      </vt:variant>
      <vt:variant>
        <vt:i4>1</vt:i4>
      </vt:variant>
      <vt:variant>
        <vt:lpstr>Tiêu đề Bản chiếu</vt:lpstr>
      </vt:variant>
      <vt:variant>
        <vt:i4>27</vt:i4>
      </vt:variant>
    </vt:vector>
  </HeadingPairs>
  <TitlesOfParts>
    <vt:vector size="32" baseType="lpstr">
      <vt:lpstr>Arial</vt:lpstr>
      <vt:lpstr>Calibri</vt:lpstr>
      <vt:lpstr>Lato</vt:lpstr>
      <vt:lpstr>Wingdings</vt:lpstr>
      <vt:lpstr>Office Theme</vt:lpstr>
      <vt:lpstr>Bản trình bày PowerPoint</vt:lpstr>
      <vt:lpstr>Bản trình bày PowerPoint</vt:lpstr>
      <vt:lpstr>Nội dung</vt:lpstr>
      <vt:lpstr>1. Giới thiệu đề tài</vt:lpstr>
      <vt:lpstr>1. Giới thiệu đề tài</vt:lpstr>
      <vt:lpstr>2. Quy trình xử lý của ứng dụng</vt:lpstr>
      <vt:lpstr>2. Quy trình xử lý của ứng dụng</vt:lpstr>
      <vt:lpstr>2. Quy trình xử lý của ứng dụng</vt:lpstr>
      <vt:lpstr>2. Quy trình xử lý của ứng dụng</vt:lpstr>
      <vt:lpstr>3. Thành phần cốt lõi của ứng dụng - mô hình StarGAN </vt:lpstr>
      <vt:lpstr>3. Thành phần cốt lõi của ứng dụng - mô hình StarGAN </vt:lpstr>
      <vt:lpstr>3. Thành phần cốt lõi của ứng dụng - mô hình StarGAN </vt:lpstr>
      <vt:lpstr>3. Thành phần cốt lõi của ứng dụng - mô hình StarGAN </vt:lpstr>
      <vt:lpstr>3. Thành phần cốt lõi của ứng dụng - mô hình StarGAN </vt:lpstr>
      <vt:lpstr>3. Thành phần cốt lõi của ứng dụng - mô hình StarGAN </vt:lpstr>
      <vt:lpstr>3. Thành phần cốt lõi của ứng dụng - mô hình StarGAN </vt:lpstr>
      <vt:lpstr>3. Thành phần cốt lõi của ứng dụng - mô hình StarGAN </vt:lpstr>
      <vt:lpstr>4. Triển khai ứng dụng</vt:lpstr>
      <vt:lpstr>4. Triển khai ứng dụng</vt:lpstr>
      <vt:lpstr>4. Triển khai ứng dụng</vt:lpstr>
      <vt:lpstr>4. Triển khai ứng dụng</vt:lpstr>
      <vt:lpstr>4. Triển khai ứng dụng</vt:lpstr>
      <vt:lpstr>5. Kết luận</vt:lpstr>
      <vt:lpstr>Bản trình bày PowerPoint</vt:lpstr>
      <vt:lpstr>Phụ lục </vt:lpstr>
      <vt:lpstr>Phụ lục </vt:lpstr>
      <vt:lpstr>Phụ lục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Hiếu Lý</cp:lastModifiedBy>
  <cp:revision>32</cp:revision>
  <dcterms:created xsi:type="dcterms:W3CDTF">2021-05-28T04:32:29Z</dcterms:created>
  <dcterms:modified xsi:type="dcterms:W3CDTF">2026-02-02T05:41:22Z</dcterms:modified>
</cp:coreProperties>
</file>