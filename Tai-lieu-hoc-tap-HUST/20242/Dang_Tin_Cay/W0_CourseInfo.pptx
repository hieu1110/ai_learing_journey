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9" r:id="rId5"/>
    <p:sldId id="256" r:id="rId6"/>
    <p:sldId id="257" r:id="rId7"/>
    <p:sldId id="840" r:id="rId8"/>
    <p:sldId id="84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372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2/22/25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0B212FD-7F37-5542-BC78-67A53DD698D2}" type="datetime1">
              <a:rPr lang="en-US" smtClean="0"/>
              <a:t>2/22/25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4CADB0F-8412-8346-A043-06A5098DBDCC}" type="datetime1">
              <a:rPr lang="en-US" smtClean="0"/>
              <a:t>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900" b="1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>
              <a:buSzPct val="50000"/>
              <a:buFont typeface="Wingdings" pitchFamily="2" charset="2"/>
              <a:buChar char="q"/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0A7D9CD-ECB7-794A-B726-2BC6A30C21A8}" type="datetime1">
              <a:rPr lang="en-US" smtClean="0"/>
              <a:t>2/22/25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900" b="1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A2F76193-A1A7-904C-A525-E26D4DA1A4D6}" type="datetime1">
              <a:rPr lang="en-US" smtClean="0"/>
              <a:t>2/22/25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CF3C2156-0610-394C-9E30-37BAF7D3EBAE}" type="datetime1">
              <a:rPr lang="en-US" smtClean="0"/>
              <a:t>2/22/25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28E733DE-614E-0C41-B183-E0472582577A}" type="datetime1">
              <a:rPr lang="en-US" smtClean="0"/>
              <a:t>2/22/25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CA47C475-B9FD-1A40-920C-10896F755671}" type="datetime1">
              <a:rPr lang="en-US" smtClean="0"/>
              <a:t>2/22/25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0AD48E77-4F7D-6B4B-93A5-154837DECD40}" type="datetime1">
              <a:rPr lang="en-US" smtClean="0"/>
              <a:t>2/22/25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B547C9E-965E-F445-A90D-B3C1E2705EF1}" type="datetime1">
              <a:rPr lang="en-US" smtClean="0"/>
              <a:t>2/22/25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21B40811-0A60-EC49-84DA-A189D564BC1C}" type="datetime1">
              <a:rPr lang="en-US" smtClean="0"/>
              <a:t>2/22/25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149A39F-11A7-7A4B-B0CD-8D66480F6396}" type="datetime1">
              <a:rPr lang="en-US" smtClean="0"/>
              <a:t>2/22/25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7C960-835A-4045-A5A2-641407FEECAA}" type="datetime1">
              <a:rPr lang="en-US" altLang="zh-CN" smtClean="0"/>
              <a:t>2/22/25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512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6842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3851"/>
            <a:ext cx="10515600" cy="44831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10600" y="6141246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2BA8C8C8-1391-5B41-AB57-62E47668CADC}" type="datetime1">
              <a:rPr lang="en-US" altLang="zh-CN" smtClean="0"/>
              <a:t>2/22/25</a:t>
            </a:fld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29800" y="6413502"/>
            <a:ext cx="1524000" cy="365125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05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25CDB-AFE2-B242-A334-9577DA0A33B4}" type="datetime1">
              <a:rPr lang="en-US" altLang="zh-CN" smtClean="0"/>
              <a:t>2/22/25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5896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28775"/>
            <a:ext cx="5181600" cy="4351338"/>
          </a:xfrm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2877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21582" y="6479021"/>
            <a:ext cx="1490133" cy="365125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4469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223966"/>
            <a:ext cx="10515600" cy="2852737"/>
          </a:xfrm>
        </p:spPr>
        <p:txBody>
          <a:bodyPr anchor="b">
            <a:normAutofit/>
          </a:bodyPr>
          <a:lstStyle>
            <a:lvl1pPr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3227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58522" y="6474114"/>
            <a:ext cx="1490133" cy="365125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322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42BA63-383F-45B9-939A-7A3B792A6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879" y="2461846"/>
            <a:ext cx="6021024" cy="1934307"/>
          </a:xfrm>
        </p:spPr>
        <p:txBody>
          <a:bodyPr/>
          <a:lstStyle/>
          <a:p>
            <a:r>
              <a:rPr lang="en-US" sz="4000"/>
              <a:t>Trustworthy AI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34004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6868931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Trustworthy </a:t>
            </a:r>
            <a:r>
              <a:rPr lang="en-US" dirty="0"/>
              <a:t>AI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789796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80F20-5EB8-2240-903E-6CEC88A26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457200">
              <a:defRPr/>
            </a:pPr>
            <a:fld id="{11F88B7E-86B8-4862-842E-2DB840C1EC76}" type="slidenum">
              <a:rPr lang="zh-CN" altLang="en-US" sz="120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algn="r" defTabSz="457200">
                <a:defRPr/>
              </a:pPr>
              <a:t>4</a:t>
            </a:fld>
            <a:endParaRPr lang="zh-CN" altLang="en-US" sz="1200">
              <a:solidFill>
                <a:prstClr val="black">
                  <a:lumMod val="65000"/>
                  <a:lumOff val="35000"/>
                </a:prst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9D8D85-B75F-9F4E-8A4B-432E48F52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Contents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04F44-A66D-754D-A991-87F88E938EB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Ethical in AI</a:t>
            </a:r>
          </a:p>
          <a:p>
            <a:r>
              <a:rPr lang="en-US" sz="2000" dirty="0"/>
              <a:t>Information Security in Centralized </a:t>
            </a:r>
            <a:r>
              <a:rPr lang="en-US" dirty="0"/>
              <a:t>M</a:t>
            </a:r>
            <a:r>
              <a:rPr lang="en-US" sz="2000" dirty="0"/>
              <a:t>odels</a:t>
            </a:r>
          </a:p>
          <a:p>
            <a:r>
              <a:rPr lang="en-US" dirty="0"/>
              <a:t>Information Security in Decentralized Models</a:t>
            </a:r>
          </a:p>
          <a:p>
            <a:r>
              <a:rPr lang="en-US" sz="2000" dirty="0"/>
              <a:t>Information Security in Generative Models</a:t>
            </a:r>
          </a:p>
          <a:p>
            <a:r>
              <a:rPr lang="en-US" sz="2000" dirty="0"/>
              <a:t>Generalization in AI Models</a:t>
            </a:r>
          </a:p>
          <a:p>
            <a:r>
              <a:rPr lang="en-US" dirty="0"/>
              <a:t>Robustness of AI Models</a:t>
            </a:r>
          </a:p>
          <a:p>
            <a:r>
              <a:rPr lang="en-US" sz="2000" dirty="0"/>
              <a:t>Interpr</a:t>
            </a:r>
            <a:r>
              <a:rPr lang="en-US" dirty="0"/>
              <a:t>etable AI</a:t>
            </a:r>
          </a:p>
          <a:p>
            <a:r>
              <a:rPr lang="en-US" sz="2000" dirty="0"/>
              <a:t>Model Uncertainty</a:t>
            </a:r>
          </a:p>
          <a:p>
            <a:r>
              <a:rPr lang="en-US" sz="2000" dirty="0"/>
              <a:t>Privacy in the development of AI systems</a:t>
            </a:r>
            <a:endParaRPr lang="en-US" dirty="0"/>
          </a:p>
          <a:p>
            <a:r>
              <a:rPr lang="en-US" sz="2000" dirty="0"/>
              <a:t>Techniques for removing information from the model</a:t>
            </a:r>
          </a:p>
        </p:txBody>
      </p:sp>
    </p:spTree>
    <p:extLst>
      <p:ext uri="{BB962C8B-B14F-4D97-AF65-F5344CB8AC3E}">
        <p14:creationId xmlns:p14="http://schemas.microsoft.com/office/powerpoint/2010/main" val="1749434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AB4974-AB3C-C0BF-6577-D89FA2C1A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14D31F-AF60-AA97-9E97-E689F9C08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Projects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A953E-F620-5F1F-EE86-E7A6EB4980E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VN" dirty="0"/>
              <a:t>A project for both midterm and final evaluations.</a:t>
            </a:r>
          </a:p>
          <a:p>
            <a:pPr lvl="1"/>
            <a:r>
              <a:rPr lang="en-VN" dirty="0"/>
              <a:t>Related to the content of the course: Select one topic of the above contents</a:t>
            </a:r>
          </a:p>
          <a:p>
            <a:pPr lvl="2"/>
            <a:r>
              <a:rPr lang="en-VN" dirty="0"/>
              <a:t>What are the recent methods in the topic</a:t>
            </a:r>
          </a:p>
          <a:p>
            <a:pPr lvl="3"/>
            <a:r>
              <a:rPr lang="en-VN" dirty="0"/>
              <a:t>Implement them</a:t>
            </a:r>
          </a:p>
          <a:p>
            <a:pPr lvl="1"/>
            <a:r>
              <a:rPr lang="en-VN" dirty="0"/>
              <a:t>Should (must) have improvements over existing methods:</a:t>
            </a:r>
          </a:p>
          <a:p>
            <a:pPr lvl="2"/>
            <a:r>
              <a:rPr lang="en-VN" dirty="0"/>
              <a:t>What are their remaining problems?</a:t>
            </a:r>
          </a:p>
          <a:p>
            <a:pPr lvl="2"/>
            <a:r>
              <a:rPr lang="en-VN" dirty="0"/>
              <a:t>Idea to solve?</a:t>
            </a:r>
          </a:p>
          <a:p>
            <a:pPr lvl="2"/>
            <a:r>
              <a:rPr lang="en-VN" dirty="0"/>
              <a:t>Experimental proofs (or with theorical proof)</a:t>
            </a:r>
          </a:p>
        </p:txBody>
      </p:sp>
    </p:spTree>
    <p:extLst>
      <p:ext uri="{BB962C8B-B14F-4D97-AF65-F5344CB8AC3E}">
        <p14:creationId xmlns:p14="http://schemas.microsoft.com/office/powerpoint/2010/main" val="1184468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UST_Template_2023" id="{5AC012EB-040C-BB4C-80D5-55FB3FF6CC85}" vid="{D36FEF17-F157-2E4E-8E6C-6AE249DD8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72C464CAAC534A8DEA9A0933996829" ma:contentTypeVersion="0" ma:contentTypeDescription="Create a new document." ma:contentTypeScope="" ma:versionID="fe150f1dd154a673b8a4554f8da71fc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6BE9A2D-7492-4A3B-846A-BB63B0B870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98FA4A-A3FA-4929-9B06-E064A222EDF9}"/>
</file>

<file path=customXml/itemProps3.xml><?xml version="1.0" encoding="utf-8"?>
<ds:datastoreItem xmlns:ds="http://schemas.openxmlformats.org/officeDocument/2006/customXml" ds:itemID="{093733DD-EE03-449C-88A5-8AB9EEF5C65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117</Words>
  <Application>Microsoft Macintosh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Lato</vt:lpstr>
      <vt:lpstr>Wingdings</vt:lpstr>
      <vt:lpstr>Office Theme</vt:lpstr>
      <vt:lpstr>PowerPoint Presentation</vt:lpstr>
      <vt:lpstr>Trustworthy AI</vt:lpstr>
      <vt:lpstr>PowerPoint Presentation</vt:lpstr>
      <vt:lpstr>Contents</vt:lpstr>
      <vt:lpstr>Projects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Duc Anh</dc:creator>
  <cp:lastModifiedBy>Anh Nguyen</cp:lastModifiedBy>
  <cp:revision>13</cp:revision>
  <dcterms:created xsi:type="dcterms:W3CDTF">2024-08-25T10:17:10Z</dcterms:created>
  <dcterms:modified xsi:type="dcterms:W3CDTF">2025-02-22T14:39:35Z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0x0101005972C464CAAC534A8DEA9A0933996829</vt:lpwstr>
  </property>
</Properties>
</file>